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0287000" cx="18288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Alice"/>
      <p:regular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j4CtlKEd44+QfeQR26opzcbB8k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11" Type="http://schemas.openxmlformats.org/officeDocument/2006/relationships/slide" Target="slides/slide6.xml"/><Relationship Id="rId22" Type="http://schemas.openxmlformats.org/officeDocument/2006/relationships/font" Target="fonts/OpenSans-italic.fntdata"/><Relationship Id="rId10" Type="http://schemas.openxmlformats.org/officeDocument/2006/relationships/slide" Target="slides/slide5.xml"/><Relationship Id="rId21" Type="http://schemas.openxmlformats.org/officeDocument/2006/relationships/font" Target="fonts/OpenSans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Alice-regular.fntdata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7" name="Google Shape;42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8" name="Google Shape;47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5" name="Google Shape;5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4" name="Google Shape;55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6" name="Google Shape;6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4" name="Google Shape;654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2" name="Google Shape;70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2" name="Google Shape;7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8" name="Google Shape;75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2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11"/>
          <p:cNvGrpSpPr/>
          <p:nvPr/>
        </p:nvGrpSpPr>
        <p:grpSpPr>
          <a:xfrm>
            <a:off x="15024495" y="6273862"/>
            <a:ext cx="6527014" cy="10619048"/>
            <a:chOff x="5" y="9"/>
            <a:chExt cx="8702685" cy="14158731"/>
          </a:xfrm>
        </p:grpSpPr>
        <p:grpSp>
          <p:nvGrpSpPr>
            <p:cNvPr id="10" name="Google Shape;10;p11"/>
            <p:cNvGrpSpPr/>
            <p:nvPr/>
          </p:nvGrpSpPr>
          <p:grpSpPr>
            <a:xfrm rot="10800000">
              <a:off x="5" y="9"/>
              <a:ext cx="8702685" cy="14158731"/>
              <a:chOff x="0" y="0"/>
              <a:chExt cx="660400" cy="1074430"/>
            </a:xfrm>
          </p:grpSpPr>
          <p:sp>
            <p:nvSpPr>
              <p:cNvPr id="11" name="Google Shape;11;p11"/>
              <p:cNvSpPr/>
              <p:nvPr/>
            </p:nvSpPr>
            <p:spPr>
              <a:xfrm>
                <a:off x="0" y="0"/>
                <a:ext cx="660400" cy="1074430"/>
              </a:xfrm>
              <a:custGeom>
                <a:rect b="b" l="l" r="r" t="t"/>
                <a:pathLst>
                  <a:path extrusionOk="0" h="1074430" w="66040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12;p11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" name="Google Shape;13;p11"/>
            <p:cNvGrpSpPr/>
            <p:nvPr/>
          </p:nvGrpSpPr>
          <p:grpSpPr>
            <a:xfrm rot="10800000">
              <a:off x="582569" y="663232"/>
              <a:ext cx="7537541" cy="12832253"/>
              <a:chOff x="0" y="0"/>
              <a:chExt cx="660400" cy="1124295"/>
            </a:xfrm>
          </p:grpSpPr>
          <p:sp>
            <p:nvSpPr>
              <p:cNvPr id="14" name="Google Shape;14;p11"/>
              <p:cNvSpPr/>
              <p:nvPr/>
            </p:nvSpPr>
            <p:spPr>
              <a:xfrm>
                <a:off x="0" y="0"/>
                <a:ext cx="660400" cy="1124295"/>
              </a:xfrm>
              <a:custGeom>
                <a:rect b="b" l="l" r="r" t="t"/>
                <a:pathLst>
                  <a:path extrusionOk="0" h="1124295" w="660400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11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" name="Google Shape;16;p11"/>
            <p:cNvGrpSpPr/>
            <p:nvPr/>
          </p:nvGrpSpPr>
          <p:grpSpPr>
            <a:xfrm rot="10800000">
              <a:off x="1233052" y="1433623"/>
              <a:ext cx="6236619" cy="11291549"/>
              <a:chOff x="0" y="0"/>
              <a:chExt cx="660400" cy="1195670"/>
            </a:xfrm>
          </p:grpSpPr>
          <p:sp>
            <p:nvSpPr>
              <p:cNvPr id="17" name="Google Shape;17;p11"/>
              <p:cNvSpPr/>
              <p:nvPr/>
            </p:nvSpPr>
            <p:spPr>
              <a:xfrm>
                <a:off x="0" y="0"/>
                <a:ext cx="660400" cy="1195670"/>
              </a:xfrm>
              <a:custGeom>
                <a:rect b="b" l="l" r="r" t="t"/>
                <a:pathLst>
                  <a:path extrusionOk="0" h="1195670" w="66040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11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" name="Google Shape;19;p11"/>
            <p:cNvGrpSpPr/>
            <p:nvPr/>
          </p:nvGrpSpPr>
          <p:grpSpPr>
            <a:xfrm rot="10800000">
              <a:off x="1893450" y="2197651"/>
              <a:ext cx="4915819" cy="9763499"/>
              <a:chOff x="0" y="0"/>
              <a:chExt cx="660400" cy="1311646"/>
            </a:xfrm>
          </p:grpSpPr>
          <p:sp>
            <p:nvSpPr>
              <p:cNvPr id="20" name="Google Shape;20;p11"/>
              <p:cNvSpPr/>
              <p:nvPr/>
            </p:nvSpPr>
            <p:spPr>
              <a:xfrm>
                <a:off x="0" y="0"/>
                <a:ext cx="660400" cy="1311646"/>
              </a:xfrm>
              <a:custGeom>
                <a:rect b="b" l="l" r="r" t="t"/>
                <a:pathLst>
                  <a:path extrusionOk="0" h="1311646" w="660400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11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" name="Google Shape;22;p11"/>
            <p:cNvGrpSpPr/>
            <p:nvPr/>
          </p:nvGrpSpPr>
          <p:grpSpPr>
            <a:xfrm rot="10800000">
              <a:off x="2448404" y="2822477"/>
              <a:ext cx="3805885" cy="8513789"/>
              <a:chOff x="0" y="0"/>
              <a:chExt cx="660400" cy="1477319"/>
            </a:xfrm>
          </p:grpSpPr>
          <p:sp>
            <p:nvSpPr>
              <p:cNvPr id="23" name="Google Shape;23;p11"/>
              <p:cNvSpPr/>
              <p:nvPr/>
            </p:nvSpPr>
            <p:spPr>
              <a:xfrm>
                <a:off x="0" y="0"/>
                <a:ext cx="660400" cy="1477319"/>
              </a:xfrm>
              <a:custGeom>
                <a:rect b="b" l="l" r="r" t="t"/>
                <a:pathLst>
                  <a:path extrusionOk="0" h="1477319" w="660400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4;p11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" name="Google Shape;25;p11"/>
            <p:cNvGrpSpPr/>
            <p:nvPr/>
          </p:nvGrpSpPr>
          <p:grpSpPr>
            <a:xfrm rot="10800000">
              <a:off x="2930052" y="3419853"/>
              <a:ext cx="2842560" cy="7318971"/>
              <a:chOff x="0" y="0"/>
              <a:chExt cx="660400" cy="1700386"/>
            </a:xfrm>
          </p:grpSpPr>
          <p:sp>
            <p:nvSpPr>
              <p:cNvPr id="26" name="Google Shape;26;p11"/>
              <p:cNvSpPr/>
              <p:nvPr/>
            </p:nvSpPr>
            <p:spPr>
              <a:xfrm>
                <a:off x="0" y="0"/>
                <a:ext cx="660400" cy="1700386"/>
              </a:xfrm>
              <a:custGeom>
                <a:rect b="b" l="l" r="r" t="t"/>
                <a:pathLst>
                  <a:path extrusionOk="0" h="1700386" w="660400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11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" name="Google Shape;28;p11"/>
          <p:cNvGrpSpPr/>
          <p:nvPr/>
        </p:nvGrpSpPr>
        <p:grpSpPr>
          <a:xfrm>
            <a:off x="-2780908" y="-3332313"/>
            <a:ext cx="6568144" cy="10644279"/>
            <a:chOff x="0" y="-1"/>
            <a:chExt cx="8757525" cy="14192371"/>
          </a:xfrm>
        </p:grpSpPr>
        <p:grpSp>
          <p:nvGrpSpPr>
            <p:cNvPr id="29" name="Google Shape;29;p11"/>
            <p:cNvGrpSpPr/>
            <p:nvPr/>
          </p:nvGrpSpPr>
          <p:grpSpPr>
            <a:xfrm rot="-13331">
              <a:off x="27420" y="16819"/>
              <a:ext cx="8702685" cy="14158730"/>
              <a:chOff x="0" y="0"/>
              <a:chExt cx="660400" cy="1074430"/>
            </a:xfrm>
          </p:grpSpPr>
          <p:sp>
            <p:nvSpPr>
              <p:cNvPr id="30" name="Google Shape;30;p11"/>
              <p:cNvSpPr/>
              <p:nvPr/>
            </p:nvSpPr>
            <p:spPr>
              <a:xfrm>
                <a:off x="0" y="0"/>
                <a:ext cx="660400" cy="1074430"/>
              </a:xfrm>
              <a:custGeom>
                <a:rect b="b" l="l" r="r" t="t"/>
                <a:pathLst>
                  <a:path extrusionOk="0" h="1074430" w="66040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11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" name="Google Shape;32;p11"/>
            <p:cNvGrpSpPr/>
            <p:nvPr/>
          </p:nvGrpSpPr>
          <p:grpSpPr>
            <a:xfrm rot="-13343">
              <a:off x="610023" y="680061"/>
              <a:ext cx="7537532" cy="12832238"/>
              <a:chOff x="0" y="0"/>
              <a:chExt cx="660400" cy="1124295"/>
            </a:xfrm>
          </p:grpSpPr>
          <p:sp>
            <p:nvSpPr>
              <p:cNvPr id="33" name="Google Shape;33;p11"/>
              <p:cNvSpPr/>
              <p:nvPr/>
            </p:nvSpPr>
            <p:spPr>
              <a:xfrm>
                <a:off x="0" y="0"/>
                <a:ext cx="660400" cy="1124295"/>
              </a:xfrm>
              <a:custGeom>
                <a:rect b="b" l="l" r="r" t="t"/>
                <a:pathLst>
                  <a:path extrusionOk="0" h="1124295" w="660400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11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" name="Google Shape;35;p11"/>
            <p:cNvGrpSpPr/>
            <p:nvPr/>
          </p:nvGrpSpPr>
          <p:grpSpPr>
            <a:xfrm rot="-13323">
              <a:off x="1260427" y="1450394"/>
              <a:ext cx="6236666" cy="11291634"/>
              <a:chOff x="0" y="0"/>
              <a:chExt cx="660400" cy="1195670"/>
            </a:xfrm>
          </p:grpSpPr>
          <p:sp>
            <p:nvSpPr>
              <p:cNvPr id="36" name="Google Shape;36;p11"/>
              <p:cNvSpPr/>
              <p:nvPr/>
            </p:nvSpPr>
            <p:spPr>
              <a:xfrm>
                <a:off x="0" y="0"/>
                <a:ext cx="660400" cy="1195670"/>
              </a:xfrm>
              <a:custGeom>
                <a:rect b="b" l="l" r="r" t="t"/>
                <a:pathLst>
                  <a:path extrusionOk="0" h="1195670" w="66040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11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" name="Google Shape;38;p11"/>
            <p:cNvGrpSpPr/>
            <p:nvPr/>
          </p:nvGrpSpPr>
          <p:grpSpPr>
            <a:xfrm rot="-13347">
              <a:off x="1920864" y="2214399"/>
              <a:ext cx="4915857" cy="9763573"/>
              <a:chOff x="0" y="0"/>
              <a:chExt cx="660400" cy="1311646"/>
            </a:xfrm>
          </p:grpSpPr>
          <p:sp>
            <p:nvSpPr>
              <p:cNvPr id="39" name="Google Shape;39;p11"/>
              <p:cNvSpPr/>
              <p:nvPr/>
            </p:nvSpPr>
            <p:spPr>
              <a:xfrm>
                <a:off x="0" y="0"/>
                <a:ext cx="660400" cy="1311646"/>
              </a:xfrm>
              <a:custGeom>
                <a:rect b="b" l="l" r="r" t="t"/>
                <a:pathLst>
                  <a:path extrusionOk="0" h="1311646" w="660400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11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" name="Google Shape;41;p11"/>
            <p:cNvGrpSpPr/>
            <p:nvPr/>
          </p:nvGrpSpPr>
          <p:grpSpPr>
            <a:xfrm rot="-13302">
              <a:off x="2475786" y="2839309"/>
              <a:ext cx="3805914" cy="8513853"/>
              <a:chOff x="0" y="0"/>
              <a:chExt cx="660400" cy="1477319"/>
            </a:xfrm>
          </p:grpSpPr>
          <p:sp>
            <p:nvSpPr>
              <p:cNvPr id="42" name="Google Shape;42;p11"/>
              <p:cNvSpPr/>
              <p:nvPr/>
            </p:nvSpPr>
            <p:spPr>
              <a:xfrm>
                <a:off x="0" y="0"/>
                <a:ext cx="660400" cy="1477319"/>
              </a:xfrm>
              <a:custGeom>
                <a:rect b="b" l="l" r="r" t="t"/>
                <a:pathLst>
                  <a:path extrusionOk="0" h="1477319" w="660400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11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" name="Google Shape;44;p11"/>
            <p:cNvGrpSpPr/>
            <p:nvPr/>
          </p:nvGrpSpPr>
          <p:grpSpPr>
            <a:xfrm rot="-13338">
              <a:off x="2957506" y="3436733"/>
              <a:ext cx="2842515" cy="7318857"/>
              <a:chOff x="0" y="0"/>
              <a:chExt cx="660400" cy="1700386"/>
            </a:xfrm>
          </p:grpSpPr>
          <p:sp>
            <p:nvSpPr>
              <p:cNvPr id="45" name="Google Shape;45;p11"/>
              <p:cNvSpPr/>
              <p:nvPr/>
            </p:nvSpPr>
            <p:spPr>
              <a:xfrm>
                <a:off x="0" y="0"/>
                <a:ext cx="660400" cy="1700386"/>
              </a:xfrm>
              <a:custGeom>
                <a:rect b="b" l="l" r="r" t="t"/>
                <a:pathLst>
                  <a:path extrusionOk="0" h="1700386" w="660400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11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7" name="Google Shape;47;p11"/>
          <p:cNvGrpSpPr/>
          <p:nvPr/>
        </p:nvGrpSpPr>
        <p:grpSpPr>
          <a:xfrm>
            <a:off x="1028700" y="1028700"/>
            <a:ext cx="16230707" cy="8229655"/>
            <a:chOff x="0" y="0"/>
            <a:chExt cx="4274726" cy="2167467"/>
          </a:xfrm>
        </p:grpSpPr>
        <p:sp>
          <p:nvSpPr>
            <p:cNvPr id="48" name="Google Shape;48;p11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9" name="Google Shape;49;p11"/>
            <p:cNvSpPr txBox="1"/>
            <p:nvPr/>
          </p:nvSpPr>
          <p:spPr>
            <a:xfrm>
              <a:off x="0" y="0"/>
              <a:ext cx="812700" cy="81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" name="Google Shape;50;p11"/>
          <p:cNvSpPr/>
          <p:nvPr/>
        </p:nvSpPr>
        <p:spPr>
          <a:xfrm>
            <a:off x="1509264" y="1566144"/>
            <a:ext cx="15312799" cy="7237795"/>
          </a:xfrm>
          <a:custGeom>
            <a:rect b="b" l="l" r="r" t="t"/>
            <a:pathLst>
              <a:path extrusionOk="0" h="1906238" w="4032974">
                <a:moveTo>
                  <a:pt x="0" y="0"/>
                </a:moveTo>
                <a:lnTo>
                  <a:pt x="4032974" y="0"/>
                </a:lnTo>
                <a:lnTo>
                  <a:pt x="4032974" y="1906238"/>
                </a:lnTo>
                <a:lnTo>
                  <a:pt x="0" y="190623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cap="flat" cmpd="sng" w="57150">
            <a:solidFill>
              <a:srgbClr val="B89D4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11"/>
          <p:cNvSpPr txBox="1"/>
          <p:nvPr>
            <p:ph type="ctrTitle"/>
          </p:nvPr>
        </p:nvSpPr>
        <p:spPr>
          <a:xfrm>
            <a:off x="3506800" y="3259225"/>
            <a:ext cx="10760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Font typeface="Alice"/>
              <a:buNone/>
              <a:defRPr sz="11000">
                <a:latin typeface="Alice"/>
                <a:ea typeface="Alice"/>
                <a:cs typeface="Alice"/>
                <a:sym typeface="Alic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" type="subTitle"/>
          </p:nvPr>
        </p:nvSpPr>
        <p:spPr>
          <a:xfrm>
            <a:off x="5478900" y="601445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600"/>
              <a:buFont typeface="Open Sans"/>
              <a:buNone/>
              <a:defRPr sz="3600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bg>
      <p:bgPr>
        <a:solidFill>
          <a:schemeClr val="accent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3"/>
          <p:cNvGrpSpPr/>
          <p:nvPr/>
        </p:nvGrpSpPr>
        <p:grpSpPr>
          <a:xfrm>
            <a:off x="-2780908" y="-3332313"/>
            <a:ext cx="6568144" cy="10644279"/>
            <a:chOff x="0" y="-1"/>
            <a:chExt cx="8757525" cy="14192371"/>
          </a:xfrm>
        </p:grpSpPr>
        <p:grpSp>
          <p:nvGrpSpPr>
            <p:cNvPr id="56" name="Google Shape;56;p13"/>
            <p:cNvGrpSpPr/>
            <p:nvPr/>
          </p:nvGrpSpPr>
          <p:grpSpPr>
            <a:xfrm rot="-13331">
              <a:off x="27420" y="16819"/>
              <a:ext cx="8702685" cy="14158730"/>
              <a:chOff x="0" y="0"/>
              <a:chExt cx="660400" cy="1074430"/>
            </a:xfrm>
          </p:grpSpPr>
          <p:sp>
            <p:nvSpPr>
              <p:cNvPr id="57" name="Google Shape;57;p13"/>
              <p:cNvSpPr/>
              <p:nvPr/>
            </p:nvSpPr>
            <p:spPr>
              <a:xfrm>
                <a:off x="0" y="0"/>
                <a:ext cx="660400" cy="1074430"/>
              </a:xfrm>
              <a:custGeom>
                <a:rect b="b" l="l" r="r" t="t"/>
                <a:pathLst>
                  <a:path extrusionOk="0" h="1074430" w="66040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13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" name="Google Shape;59;p13"/>
            <p:cNvGrpSpPr/>
            <p:nvPr/>
          </p:nvGrpSpPr>
          <p:grpSpPr>
            <a:xfrm rot="-13343">
              <a:off x="610023" y="680061"/>
              <a:ext cx="7537532" cy="12832238"/>
              <a:chOff x="0" y="0"/>
              <a:chExt cx="660400" cy="1124295"/>
            </a:xfrm>
          </p:grpSpPr>
          <p:sp>
            <p:nvSpPr>
              <p:cNvPr id="60" name="Google Shape;60;p13"/>
              <p:cNvSpPr/>
              <p:nvPr/>
            </p:nvSpPr>
            <p:spPr>
              <a:xfrm>
                <a:off x="0" y="0"/>
                <a:ext cx="660400" cy="1124295"/>
              </a:xfrm>
              <a:custGeom>
                <a:rect b="b" l="l" r="r" t="t"/>
                <a:pathLst>
                  <a:path extrusionOk="0" h="1124295" w="660400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13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" name="Google Shape;62;p13"/>
            <p:cNvGrpSpPr/>
            <p:nvPr/>
          </p:nvGrpSpPr>
          <p:grpSpPr>
            <a:xfrm rot="-13323">
              <a:off x="1260427" y="1450394"/>
              <a:ext cx="6236666" cy="11291634"/>
              <a:chOff x="0" y="0"/>
              <a:chExt cx="660400" cy="1195670"/>
            </a:xfrm>
          </p:grpSpPr>
          <p:sp>
            <p:nvSpPr>
              <p:cNvPr id="63" name="Google Shape;63;p13"/>
              <p:cNvSpPr/>
              <p:nvPr/>
            </p:nvSpPr>
            <p:spPr>
              <a:xfrm>
                <a:off x="0" y="0"/>
                <a:ext cx="660400" cy="1195670"/>
              </a:xfrm>
              <a:custGeom>
                <a:rect b="b" l="l" r="r" t="t"/>
                <a:pathLst>
                  <a:path extrusionOk="0" h="1195670" w="66040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13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" name="Google Shape;65;p13"/>
            <p:cNvGrpSpPr/>
            <p:nvPr/>
          </p:nvGrpSpPr>
          <p:grpSpPr>
            <a:xfrm rot="-13347">
              <a:off x="1920864" y="2214399"/>
              <a:ext cx="4915857" cy="9763573"/>
              <a:chOff x="0" y="0"/>
              <a:chExt cx="660400" cy="1311646"/>
            </a:xfrm>
          </p:grpSpPr>
          <p:sp>
            <p:nvSpPr>
              <p:cNvPr id="66" name="Google Shape;66;p13"/>
              <p:cNvSpPr/>
              <p:nvPr/>
            </p:nvSpPr>
            <p:spPr>
              <a:xfrm>
                <a:off x="0" y="0"/>
                <a:ext cx="660400" cy="1311646"/>
              </a:xfrm>
              <a:custGeom>
                <a:rect b="b" l="l" r="r" t="t"/>
                <a:pathLst>
                  <a:path extrusionOk="0" h="1311646" w="660400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13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" name="Google Shape;68;p13"/>
            <p:cNvGrpSpPr/>
            <p:nvPr/>
          </p:nvGrpSpPr>
          <p:grpSpPr>
            <a:xfrm rot="-13302">
              <a:off x="2475786" y="2839309"/>
              <a:ext cx="3805914" cy="8513853"/>
              <a:chOff x="0" y="0"/>
              <a:chExt cx="660400" cy="1477319"/>
            </a:xfrm>
          </p:grpSpPr>
          <p:sp>
            <p:nvSpPr>
              <p:cNvPr id="69" name="Google Shape;69;p13"/>
              <p:cNvSpPr/>
              <p:nvPr/>
            </p:nvSpPr>
            <p:spPr>
              <a:xfrm>
                <a:off x="0" y="0"/>
                <a:ext cx="660400" cy="1477319"/>
              </a:xfrm>
              <a:custGeom>
                <a:rect b="b" l="l" r="r" t="t"/>
                <a:pathLst>
                  <a:path extrusionOk="0" h="1477319" w="660400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13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" name="Google Shape;71;p13"/>
            <p:cNvGrpSpPr/>
            <p:nvPr/>
          </p:nvGrpSpPr>
          <p:grpSpPr>
            <a:xfrm rot="-13338">
              <a:off x="2957506" y="3436733"/>
              <a:ext cx="2842515" cy="7318857"/>
              <a:chOff x="0" y="0"/>
              <a:chExt cx="660400" cy="1700386"/>
            </a:xfrm>
          </p:grpSpPr>
          <p:sp>
            <p:nvSpPr>
              <p:cNvPr id="72" name="Google Shape;72;p13"/>
              <p:cNvSpPr/>
              <p:nvPr/>
            </p:nvSpPr>
            <p:spPr>
              <a:xfrm>
                <a:off x="0" y="0"/>
                <a:ext cx="660400" cy="1700386"/>
              </a:xfrm>
              <a:custGeom>
                <a:rect b="b" l="l" r="r" t="t"/>
                <a:pathLst>
                  <a:path extrusionOk="0" h="1700386" w="660400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13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" name="Google Shape;74;p13"/>
          <p:cNvGrpSpPr/>
          <p:nvPr/>
        </p:nvGrpSpPr>
        <p:grpSpPr>
          <a:xfrm>
            <a:off x="15024495" y="6273862"/>
            <a:ext cx="6527014" cy="10619048"/>
            <a:chOff x="5" y="9"/>
            <a:chExt cx="8702685" cy="14158731"/>
          </a:xfrm>
        </p:grpSpPr>
        <p:grpSp>
          <p:nvGrpSpPr>
            <p:cNvPr id="75" name="Google Shape;75;p13"/>
            <p:cNvGrpSpPr/>
            <p:nvPr/>
          </p:nvGrpSpPr>
          <p:grpSpPr>
            <a:xfrm rot="10800000">
              <a:off x="5" y="9"/>
              <a:ext cx="8702685" cy="14158731"/>
              <a:chOff x="0" y="0"/>
              <a:chExt cx="660400" cy="1074430"/>
            </a:xfrm>
          </p:grpSpPr>
          <p:sp>
            <p:nvSpPr>
              <p:cNvPr id="76" name="Google Shape;76;p13"/>
              <p:cNvSpPr/>
              <p:nvPr/>
            </p:nvSpPr>
            <p:spPr>
              <a:xfrm>
                <a:off x="0" y="0"/>
                <a:ext cx="660400" cy="1074430"/>
              </a:xfrm>
              <a:custGeom>
                <a:rect b="b" l="l" r="r" t="t"/>
                <a:pathLst>
                  <a:path extrusionOk="0" h="1074430" w="66040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13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" name="Google Shape;78;p13"/>
            <p:cNvGrpSpPr/>
            <p:nvPr/>
          </p:nvGrpSpPr>
          <p:grpSpPr>
            <a:xfrm rot="10800000">
              <a:off x="582569" y="663232"/>
              <a:ext cx="7537541" cy="12832253"/>
              <a:chOff x="0" y="0"/>
              <a:chExt cx="660400" cy="1124295"/>
            </a:xfrm>
          </p:grpSpPr>
          <p:sp>
            <p:nvSpPr>
              <p:cNvPr id="79" name="Google Shape;79;p13"/>
              <p:cNvSpPr/>
              <p:nvPr/>
            </p:nvSpPr>
            <p:spPr>
              <a:xfrm>
                <a:off x="0" y="0"/>
                <a:ext cx="660400" cy="1124295"/>
              </a:xfrm>
              <a:custGeom>
                <a:rect b="b" l="l" r="r" t="t"/>
                <a:pathLst>
                  <a:path extrusionOk="0" h="1124295" w="660400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13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" name="Google Shape;81;p13"/>
            <p:cNvGrpSpPr/>
            <p:nvPr/>
          </p:nvGrpSpPr>
          <p:grpSpPr>
            <a:xfrm rot="10800000">
              <a:off x="1233052" y="1433623"/>
              <a:ext cx="6236619" cy="11291549"/>
              <a:chOff x="0" y="0"/>
              <a:chExt cx="660400" cy="1195670"/>
            </a:xfrm>
          </p:grpSpPr>
          <p:sp>
            <p:nvSpPr>
              <p:cNvPr id="82" name="Google Shape;82;p13"/>
              <p:cNvSpPr/>
              <p:nvPr/>
            </p:nvSpPr>
            <p:spPr>
              <a:xfrm>
                <a:off x="0" y="0"/>
                <a:ext cx="660400" cy="1195670"/>
              </a:xfrm>
              <a:custGeom>
                <a:rect b="b" l="l" r="r" t="t"/>
                <a:pathLst>
                  <a:path extrusionOk="0" h="1195670" w="66040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13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" name="Google Shape;84;p13"/>
            <p:cNvGrpSpPr/>
            <p:nvPr/>
          </p:nvGrpSpPr>
          <p:grpSpPr>
            <a:xfrm rot="10800000">
              <a:off x="1893450" y="2197651"/>
              <a:ext cx="4915819" cy="9763499"/>
              <a:chOff x="0" y="0"/>
              <a:chExt cx="660400" cy="1311646"/>
            </a:xfrm>
          </p:grpSpPr>
          <p:sp>
            <p:nvSpPr>
              <p:cNvPr id="85" name="Google Shape;85;p13"/>
              <p:cNvSpPr/>
              <p:nvPr/>
            </p:nvSpPr>
            <p:spPr>
              <a:xfrm>
                <a:off x="0" y="0"/>
                <a:ext cx="660400" cy="1311646"/>
              </a:xfrm>
              <a:custGeom>
                <a:rect b="b" l="l" r="r" t="t"/>
                <a:pathLst>
                  <a:path extrusionOk="0" h="1311646" w="660400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13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" name="Google Shape;87;p13"/>
            <p:cNvGrpSpPr/>
            <p:nvPr/>
          </p:nvGrpSpPr>
          <p:grpSpPr>
            <a:xfrm rot="10800000">
              <a:off x="2448404" y="2822477"/>
              <a:ext cx="3805885" cy="8513789"/>
              <a:chOff x="0" y="0"/>
              <a:chExt cx="660400" cy="1477319"/>
            </a:xfrm>
          </p:grpSpPr>
          <p:sp>
            <p:nvSpPr>
              <p:cNvPr id="88" name="Google Shape;88;p13"/>
              <p:cNvSpPr/>
              <p:nvPr/>
            </p:nvSpPr>
            <p:spPr>
              <a:xfrm>
                <a:off x="0" y="0"/>
                <a:ext cx="660400" cy="1477319"/>
              </a:xfrm>
              <a:custGeom>
                <a:rect b="b" l="l" r="r" t="t"/>
                <a:pathLst>
                  <a:path extrusionOk="0" h="1477319" w="660400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13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" name="Google Shape;90;p13"/>
            <p:cNvGrpSpPr/>
            <p:nvPr/>
          </p:nvGrpSpPr>
          <p:grpSpPr>
            <a:xfrm rot="10800000">
              <a:off x="2930052" y="3419853"/>
              <a:ext cx="2842560" cy="7318971"/>
              <a:chOff x="0" y="0"/>
              <a:chExt cx="660400" cy="1700386"/>
            </a:xfrm>
          </p:grpSpPr>
          <p:sp>
            <p:nvSpPr>
              <p:cNvPr id="91" name="Google Shape;91;p13"/>
              <p:cNvSpPr/>
              <p:nvPr/>
            </p:nvSpPr>
            <p:spPr>
              <a:xfrm>
                <a:off x="0" y="0"/>
                <a:ext cx="660400" cy="1700386"/>
              </a:xfrm>
              <a:custGeom>
                <a:rect b="b" l="l" r="r" t="t"/>
                <a:pathLst>
                  <a:path extrusionOk="0" h="1700386" w="660400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13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3" name="Google Shape;93;p13"/>
          <p:cNvGrpSpPr/>
          <p:nvPr/>
        </p:nvGrpSpPr>
        <p:grpSpPr>
          <a:xfrm>
            <a:off x="1028700" y="1028700"/>
            <a:ext cx="16230707" cy="8229655"/>
            <a:chOff x="0" y="0"/>
            <a:chExt cx="4274726" cy="2167467"/>
          </a:xfrm>
        </p:grpSpPr>
        <p:sp>
          <p:nvSpPr>
            <p:cNvPr id="94" name="Google Shape;94;p13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5" name="Google Shape;95;p13"/>
            <p:cNvSpPr txBox="1"/>
            <p:nvPr/>
          </p:nvSpPr>
          <p:spPr>
            <a:xfrm>
              <a:off x="0" y="0"/>
              <a:ext cx="812700" cy="81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13"/>
          <p:cNvSpPr/>
          <p:nvPr/>
        </p:nvSpPr>
        <p:spPr>
          <a:xfrm>
            <a:off x="1509264" y="1566144"/>
            <a:ext cx="15312799" cy="7237795"/>
          </a:xfrm>
          <a:custGeom>
            <a:rect b="b" l="l" r="r" t="t"/>
            <a:pathLst>
              <a:path extrusionOk="0" h="1906238" w="4032974">
                <a:moveTo>
                  <a:pt x="0" y="0"/>
                </a:moveTo>
                <a:lnTo>
                  <a:pt x="4032974" y="0"/>
                </a:lnTo>
                <a:lnTo>
                  <a:pt x="4032974" y="1906238"/>
                </a:lnTo>
                <a:lnTo>
                  <a:pt x="0" y="190623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cap="flat" cmpd="sng" w="57150">
            <a:solidFill>
              <a:srgbClr val="B89D4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13"/>
          <p:cNvSpPr txBox="1"/>
          <p:nvPr>
            <p:ph type="title"/>
          </p:nvPr>
        </p:nvSpPr>
        <p:spPr>
          <a:xfrm>
            <a:off x="2075225" y="1756325"/>
            <a:ext cx="13780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Font typeface="Calibri"/>
              <a:buNone/>
              <a:defRPr sz="7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1" type="body"/>
          </p:nvPr>
        </p:nvSpPr>
        <p:spPr>
          <a:xfrm>
            <a:off x="4055550" y="4185700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9" name="Google Shape;99;p13"/>
          <p:cNvSpPr txBox="1"/>
          <p:nvPr>
            <p:ph idx="2" type="body"/>
          </p:nvPr>
        </p:nvSpPr>
        <p:spPr>
          <a:xfrm>
            <a:off x="8243375" y="4185700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/>
          <p:nvPr>
            <p:ph type="title"/>
          </p:nvPr>
        </p:nvSpPr>
        <p:spPr>
          <a:xfrm>
            <a:off x="976025" y="988025"/>
            <a:ext cx="1478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4"/>
          <p:cNvSpPr txBox="1"/>
          <p:nvPr>
            <p:ph idx="1" type="body"/>
          </p:nvPr>
        </p:nvSpPr>
        <p:spPr>
          <a:xfrm rot="5400000">
            <a:off x="5922800" y="3621700"/>
            <a:ext cx="4526100" cy="45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03" name="Google Shape;103;p14"/>
          <p:cNvGrpSpPr/>
          <p:nvPr/>
        </p:nvGrpSpPr>
        <p:grpSpPr>
          <a:xfrm rot="10786707">
            <a:off x="15095529" y="-7266473"/>
            <a:ext cx="6527063" cy="10619128"/>
            <a:chOff x="5" y="9"/>
            <a:chExt cx="8702685" cy="14158731"/>
          </a:xfrm>
        </p:grpSpPr>
        <p:grpSp>
          <p:nvGrpSpPr>
            <p:cNvPr id="104" name="Google Shape;104;p14"/>
            <p:cNvGrpSpPr/>
            <p:nvPr/>
          </p:nvGrpSpPr>
          <p:grpSpPr>
            <a:xfrm rot="10800000">
              <a:off x="5" y="9"/>
              <a:ext cx="8702685" cy="14158731"/>
              <a:chOff x="0" y="0"/>
              <a:chExt cx="660400" cy="1074430"/>
            </a:xfrm>
          </p:grpSpPr>
          <p:sp>
            <p:nvSpPr>
              <p:cNvPr id="105" name="Google Shape;105;p14"/>
              <p:cNvSpPr/>
              <p:nvPr/>
            </p:nvSpPr>
            <p:spPr>
              <a:xfrm>
                <a:off x="0" y="0"/>
                <a:ext cx="660400" cy="1074430"/>
              </a:xfrm>
              <a:custGeom>
                <a:rect b="b" l="l" r="r" t="t"/>
                <a:pathLst>
                  <a:path extrusionOk="0" h="1074430" w="66040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14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" name="Google Shape;107;p14"/>
            <p:cNvGrpSpPr/>
            <p:nvPr/>
          </p:nvGrpSpPr>
          <p:grpSpPr>
            <a:xfrm rot="10800000">
              <a:off x="582569" y="585000"/>
              <a:ext cx="7537541" cy="12832253"/>
              <a:chOff x="0" y="0"/>
              <a:chExt cx="660400" cy="1124295"/>
            </a:xfrm>
          </p:grpSpPr>
          <p:sp>
            <p:nvSpPr>
              <p:cNvPr id="108" name="Google Shape;108;p14"/>
              <p:cNvSpPr/>
              <p:nvPr/>
            </p:nvSpPr>
            <p:spPr>
              <a:xfrm>
                <a:off x="0" y="0"/>
                <a:ext cx="660400" cy="1124295"/>
              </a:xfrm>
              <a:custGeom>
                <a:rect b="b" l="l" r="r" t="t"/>
                <a:pathLst>
                  <a:path extrusionOk="0" h="1124295" w="660400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14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0" name="Google Shape;110;p14"/>
            <p:cNvGrpSpPr/>
            <p:nvPr/>
          </p:nvGrpSpPr>
          <p:grpSpPr>
            <a:xfrm rot="10800000">
              <a:off x="1233052" y="1309633"/>
              <a:ext cx="6236619" cy="11291549"/>
              <a:chOff x="0" y="0"/>
              <a:chExt cx="660400" cy="1195670"/>
            </a:xfrm>
          </p:grpSpPr>
          <p:sp>
            <p:nvSpPr>
              <p:cNvPr id="111" name="Google Shape;111;p14"/>
              <p:cNvSpPr/>
              <p:nvPr/>
            </p:nvSpPr>
            <p:spPr>
              <a:xfrm>
                <a:off x="0" y="0"/>
                <a:ext cx="660400" cy="1195670"/>
              </a:xfrm>
              <a:custGeom>
                <a:rect b="b" l="l" r="r" t="t"/>
                <a:pathLst>
                  <a:path extrusionOk="0" h="1195670" w="66040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14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" name="Google Shape;113;p14"/>
            <p:cNvGrpSpPr/>
            <p:nvPr/>
          </p:nvGrpSpPr>
          <p:grpSpPr>
            <a:xfrm rot="10800000">
              <a:off x="1893450" y="2171675"/>
              <a:ext cx="4915819" cy="9763499"/>
              <a:chOff x="0" y="0"/>
              <a:chExt cx="660400" cy="1311646"/>
            </a:xfrm>
          </p:grpSpPr>
          <p:sp>
            <p:nvSpPr>
              <p:cNvPr id="114" name="Google Shape;114;p14"/>
              <p:cNvSpPr/>
              <p:nvPr/>
            </p:nvSpPr>
            <p:spPr>
              <a:xfrm>
                <a:off x="0" y="0"/>
                <a:ext cx="660400" cy="1311646"/>
              </a:xfrm>
              <a:custGeom>
                <a:rect b="b" l="l" r="r" t="t"/>
                <a:pathLst>
                  <a:path extrusionOk="0" h="1311646" w="660400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14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6" name="Google Shape;116;p14"/>
            <p:cNvGrpSpPr/>
            <p:nvPr/>
          </p:nvGrpSpPr>
          <p:grpSpPr>
            <a:xfrm rot="10800000">
              <a:off x="2448404" y="2794214"/>
              <a:ext cx="3805885" cy="8513789"/>
              <a:chOff x="0" y="0"/>
              <a:chExt cx="660400" cy="1477319"/>
            </a:xfrm>
          </p:grpSpPr>
          <p:sp>
            <p:nvSpPr>
              <p:cNvPr id="117" name="Google Shape;117;p14"/>
              <p:cNvSpPr/>
              <p:nvPr/>
            </p:nvSpPr>
            <p:spPr>
              <a:xfrm>
                <a:off x="0" y="0"/>
                <a:ext cx="660400" cy="1477319"/>
              </a:xfrm>
              <a:custGeom>
                <a:rect b="b" l="l" r="r" t="t"/>
                <a:pathLst>
                  <a:path extrusionOk="0" h="1477319" w="660400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14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 rot="10800000">
              <a:off x="2930052" y="3421392"/>
              <a:ext cx="2842560" cy="7318971"/>
              <a:chOff x="0" y="0"/>
              <a:chExt cx="660400" cy="1700386"/>
            </a:xfrm>
          </p:grpSpPr>
          <p:sp>
            <p:nvSpPr>
              <p:cNvPr id="120" name="Google Shape;120;p14"/>
              <p:cNvSpPr/>
              <p:nvPr/>
            </p:nvSpPr>
            <p:spPr>
              <a:xfrm>
                <a:off x="0" y="0"/>
                <a:ext cx="660400" cy="1700386"/>
              </a:xfrm>
              <a:custGeom>
                <a:rect b="b" l="l" r="r" t="t"/>
                <a:pathLst>
                  <a:path extrusionOk="0" h="1700386" w="660400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14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2" name="Google Shape;122;p14"/>
          <p:cNvGrpSpPr/>
          <p:nvPr/>
        </p:nvGrpSpPr>
        <p:grpSpPr>
          <a:xfrm rot="10800000">
            <a:off x="-3774272" y="7182334"/>
            <a:ext cx="6526997" cy="10619021"/>
            <a:chOff x="0" y="0"/>
            <a:chExt cx="660400" cy="1074430"/>
          </a:xfrm>
        </p:grpSpPr>
        <p:sp>
          <p:nvSpPr>
            <p:cNvPr id="123" name="Google Shape;123;p14"/>
            <p:cNvSpPr/>
            <p:nvPr/>
          </p:nvSpPr>
          <p:spPr>
            <a:xfrm>
              <a:off x="0" y="0"/>
              <a:ext cx="660400" cy="1074430"/>
            </a:xfrm>
            <a:custGeom>
              <a:rect b="b" l="l" r="r" t="t"/>
              <a:pathLst>
                <a:path extrusionOk="0" h="1074430" w="660400">
                  <a:moveTo>
                    <a:pt x="220252" y="1055361"/>
                  </a:moveTo>
                  <a:cubicBezTo>
                    <a:pt x="254109" y="1066875"/>
                    <a:pt x="292600" y="1074430"/>
                    <a:pt x="330378" y="1074430"/>
                  </a:cubicBezTo>
                  <a:cubicBezTo>
                    <a:pt x="368157" y="1074430"/>
                    <a:pt x="404509" y="1067953"/>
                    <a:pt x="438009" y="1056439"/>
                  </a:cubicBezTo>
                  <a:cubicBezTo>
                    <a:pt x="438723" y="1056080"/>
                    <a:pt x="439435" y="1056080"/>
                    <a:pt x="440148" y="1055720"/>
                  </a:cubicBezTo>
                  <a:cubicBezTo>
                    <a:pt x="565955" y="1009665"/>
                    <a:pt x="658618" y="888051"/>
                    <a:pt x="660400" y="74011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39567"/>
                  </a:lnTo>
                  <a:cubicBezTo>
                    <a:pt x="1782" y="888770"/>
                    <a:pt x="93019" y="1010385"/>
                    <a:pt x="220252" y="1055361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4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14"/>
          <p:cNvGrpSpPr/>
          <p:nvPr/>
        </p:nvGrpSpPr>
        <p:grpSpPr>
          <a:xfrm rot="10800000">
            <a:off x="-3337366" y="7621049"/>
            <a:ext cx="5653156" cy="9624190"/>
            <a:chOff x="0" y="0"/>
            <a:chExt cx="660400" cy="1124295"/>
          </a:xfrm>
        </p:grpSpPr>
        <p:sp>
          <p:nvSpPr>
            <p:cNvPr id="126" name="Google Shape;126;p14"/>
            <p:cNvSpPr/>
            <p:nvPr/>
          </p:nvSpPr>
          <p:spPr>
            <a:xfrm>
              <a:off x="0" y="0"/>
              <a:ext cx="660400" cy="1124295"/>
            </a:xfrm>
            <a:custGeom>
              <a:rect b="b" l="l" r="r" t="t"/>
              <a:pathLst>
                <a:path extrusionOk="0" h="1124295" w="660400">
                  <a:moveTo>
                    <a:pt x="220252" y="1105226"/>
                  </a:moveTo>
                  <a:cubicBezTo>
                    <a:pt x="254109" y="1116739"/>
                    <a:pt x="292600" y="1124295"/>
                    <a:pt x="330378" y="1124295"/>
                  </a:cubicBezTo>
                  <a:cubicBezTo>
                    <a:pt x="368157" y="1124295"/>
                    <a:pt x="404509" y="1117818"/>
                    <a:pt x="438009" y="1106304"/>
                  </a:cubicBezTo>
                  <a:cubicBezTo>
                    <a:pt x="438723" y="1105945"/>
                    <a:pt x="439435" y="1105945"/>
                    <a:pt x="440148" y="1105585"/>
                  </a:cubicBezTo>
                  <a:cubicBezTo>
                    <a:pt x="565955" y="1059530"/>
                    <a:pt x="658618" y="937916"/>
                    <a:pt x="660400" y="78887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88288"/>
                  </a:lnTo>
                  <a:cubicBezTo>
                    <a:pt x="1782" y="938635"/>
                    <a:pt x="93019" y="1060250"/>
                    <a:pt x="220252" y="1105226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4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" name="Google Shape;128;p14"/>
          <p:cNvGrpSpPr/>
          <p:nvPr/>
        </p:nvGrpSpPr>
        <p:grpSpPr>
          <a:xfrm rot="10800000">
            <a:off x="-2849520" y="8164496"/>
            <a:ext cx="4677481" cy="8468691"/>
            <a:chOff x="0" y="0"/>
            <a:chExt cx="660400" cy="1195670"/>
          </a:xfrm>
        </p:grpSpPr>
        <p:sp>
          <p:nvSpPr>
            <p:cNvPr id="129" name="Google Shape;129;p14"/>
            <p:cNvSpPr/>
            <p:nvPr/>
          </p:nvSpPr>
          <p:spPr>
            <a:xfrm>
              <a:off x="0" y="0"/>
              <a:ext cx="660400" cy="1195670"/>
            </a:xfrm>
            <a:custGeom>
              <a:rect b="b" l="l" r="r" t="t"/>
              <a:pathLst>
                <a:path extrusionOk="0" h="1195670" w="660400">
                  <a:moveTo>
                    <a:pt x="220252" y="1176601"/>
                  </a:moveTo>
                  <a:cubicBezTo>
                    <a:pt x="254109" y="1188114"/>
                    <a:pt x="292600" y="1195670"/>
                    <a:pt x="330378" y="1195670"/>
                  </a:cubicBezTo>
                  <a:cubicBezTo>
                    <a:pt x="368157" y="1195670"/>
                    <a:pt x="404509" y="1189193"/>
                    <a:pt x="438009" y="1177679"/>
                  </a:cubicBezTo>
                  <a:cubicBezTo>
                    <a:pt x="438723" y="1177320"/>
                    <a:pt x="439435" y="1177320"/>
                    <a:pt x="440148" y="1176960"/>
                  </a:cubicBezTo>
                  <a:cubicBezTo>
                    <a:pt x="565955" y="1130905"/>
                    <a:pt x="658618" y="1009291"/>
                    <a:pt x="660400" y="858663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858026"/>
                  </a:lnTo>
                  <a:cubicBezTo>
                    <a:pt x="1782" y="1010010"/>
                    <a:pt x="93019" y="1131625"/>
                    <a:pt x="220252" y="1176601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4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1" name="Google Shape;131;p14"/>
          <p:cNvGrpSpPr/>
          <p:nvPr/>
        </p:nvGrpSpPr>
        <p:grpSpPr>
          <a:xfrm rot="10800000">
            <a:off x="-2354222" y="8737513"/>
            <a:ext cx="3686881" cy="7322657"/>
            <a:chOff x="0" y="0"/>
            <a:chExt cx="660400" cy="1311646"/>
          </a:xfrm>
        </p:grpSpPr>
        <p:sp>
          <p:nvSpPr>
            <p:cNvPr id="132" name="Google Shape;132;p14"/>
            <p:cNvSpPr/>
            <p:nvPr/>
          </p:nvSpPr>
          <p:spPr>
            <a:xfrm>
              <a:off x="0" y="0"/>
              <a:ext cx="660400" cy="1311646"/>
            </a:xfrm>
            <a:custGeom>
              <a:rect b="b" l="l" r="r" t="t"/>
              <a:pathLst>
                <a:path extrusionOk="0" h="1311646" w="660400">
                  <a:moveTo>
                    <a:pt x="220252" y="1292577"/>
                  </a:moveTo>
                  <a:cubicBezTo>
                    <a:pt x="254109" y="1304091"/>
                    <a:pt x="292600" y="1311646"/>
                    <a:pt x="330378" y="1311646"/>
                  </a:cubicBezTo>
                  <a:cubicBezTo>
                    <a:pt x="368157" y="1311646"/>
                    <a:pt x="404509" y="1305169"/>
                    <a:pt x="438009" y="1293656"/>
                  </a:cubicBezTo>
                  <a:cubicBezTo>
                    <a:pt x="438723" y="1293296"/>
                    <a:pt x="439435" y="1293296"/>
                    <a:pt x="440148" y="1292937"/>
                  </a:cubicBezTo>
                  <a:cubicBezTo>
                    <a:pt x="565955" y="1246881"/>
                    <a:pt x="658618" y="1125267"/>
                    <a:pt x="660400" y="97206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971342"/>
                  </a:lnTo>
                  <a:cubicBezTo>
                    <a:pt x="1782" y="1125986"/>
                    <a:pt x="93019" y="1247601"/>
                    <a:pt x="220252" y="1292577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4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Google Shape;134;p14"/>
          <p:cNvGrpSpPr/>
          <p:nvPr/>
        </p:nvGrpSpPr>
        <p:grpSpPr>
          <a:xfrm rot="10800000">
            <a:off x="-1938023" y="9277886"/>
            <a:ext cx="2854447" cy="6385416"/>
            <a:chOff x="0" y="0"/>
            <a:chExt cx="660400" cy="1477319"/>
          </a:xfrm>
        </p:grpSpPr>
        <p:sp>
          <p:nvSpPr>
            <p:cNvPr id="135" name="Google Shape;135;p14"/>
            <p:cNvSpPr/>
            <p:nvPr/>
          </p:nvSpPr>
          <p:spPr>
            <a:xfrm>
              <a:off x="0" y="0"/>
              <a:ext cx="660400" cy="1477319"/>
            </a:xfrm>
            <a:custGeom>
              <a:rect b="b" l="l" r="r" t="t"/>
              <a:pathLst>
                <a:path extrusionOk="0" h="1477319" w="660400">
                  <a:moveTo>
                    <a:pt x="220252" y="1458250"/>
                  </a:moveTo>
                  <a:cubicBezTo>
                    <a:pt x="254109" y="1469763"/>
                    <a:pt x="292600" y="1477319"/>
                    <a:pt x="330378" y="1477319"/>
                  </a:cubicBezTo>
                  <a:cubicBezTo>
                    <a:pt x="368157" y="1477319"/>
                    <a:pt x="404509" y="1470842"/>
                    <a:pt x="438009" y="1459328"/>
                  </a:cubicBezTo>
                  <a:cubicBezTo>
                    <a:pt x="438723" y="1458968"/>
                    <a:pt x="439435" y="1458968"/>
                    <a:pt x="440148" y="1458609"/>
                  </a:cubicBezTo>
                  <a:cubicBezTo>
                    <a:pt x="565955" y="1412554"/>
                    <a:pt x="658618" y="1290940"/>
                    <a:pt x="660400" y="1134056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133214"/>
                  </a:lnTo>
                  <a:cubicBezTo>
                    <a:pt x="1782" y="1291659"/>
                    <a:pt x="93019" y="1413274"/>
                    <a:pt x="220252" y="145825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4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" name="Google Shape;137;p14"/>
          <p:cNvGrpSpPr/>
          <p:nvPr/>
        </p:nvGrpSpPr>
        <p:grpSpPr>
          <a:xfrm rot="10800000">
            <a:off x="-1576736" y="9748386"/>
            <a:ext cx="2131903" cy="5489186"/>
            <a:chOff x="0" y="0"/>
            <a:chExt cx="660400" cy="1700386"/>
          </a:xfrm>
        </p:grpSpPr>
        <p:sp>
          <p:nvSpPr>
            <p:cNvPr id="138" name="Google Shape;138;p14"/>
            <p:cNvSpPr/>
            <p:nvPr/>
          </p:nvSpPr>
          <p:spPr>
            <a:xfrm>
              <a:off x="0" y="0"/>
              <a:ext cx="660400" cy="1700386"/>
            </a:xfrm>
            <a:custGeom>
              <a:rect b="b" l="l" r="r" t="t"/>
              <a:pathLst>
                <a:path extrusionOk="0" h="1700386" w="660400">
                  <a:moveTo>
                    <a:pt x="220252" y="1681317"/>
                  </a:moveTo>
                  <a:cubicBezTo>
                    <a:pt x="254109" y="1692831"/>
                    <a:pt x="292600" y="1700386"/>
                    <a:pt x="330378" y="1700386"/>
                  </a:cubicBezTo>
                  <a:cubicBezTo>
                    <a:pt x="368157" y="1700386"/>
                    <a:pt x="404509" y="1693909"/>
                    <a:pt x="438009" y="1682396"/>
                  </a:cubicBezTo>
                  <a:cubicBezTo>
                    <a:pt x="438723" y="1682036"/>
                    <a:pt x="439435" y="1682036"/>
                    <a:pt x="440148" y="1681677"/>
                  </a:cubicBezTo>
                  <a:cubicBezTo>
                    <a:pt x="565955" y="1635621"/>
                    <a:pt x="658618" y="1514007"/>
                    <a:pt x="660400" y="1352169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351165"/>
                  </a:lnTo>
                  <a:cubicBezTo>
                    <a:pt x="1782" y="1514726"/>
                    <a:pt x="93019" y="1636342"/>
                    <a:pt x="220252" y="1681317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4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chemeClr val="dk2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916425" y="1150150"/>
            <a:ext cx="13052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Alice"/>
              <a:buNone/>
              <a:defRPr sz="7500">
                <a:solidFill>
                  <a:schemeClr val="lt1"/>
                </a:solidFill>
                <a:latin typeface="Alice"/>
                <a:ea typeface="Alice"/>
                <a:cs typeface="Alice"/>
                <a:sym typeface="Alic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5"/>
          <p:cNvSpPr txBox="1"/>
          <p:nvPr>
            <p:ph idx="1" type="body"/>
          </p:nvPr>
        </p:nvSpPr>
        <p:spPr>
          <a:xfrm>
            <a:off x="5807400" y="34871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•"/>
              <a:defRPr sz="3000">
                <a:latin typeface="Open Sans"/>
                <a:ea typeface="Open Sans"/>
                <a:cs typeface="Open Sans"/>
                <a:sym typeface="Open Sans"/>
              </a:defRPr>
            </a:lvl1pPr>
            <a:lvl2pPr indent="-4191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–"/>
              <a:defRPr sz="3000">
                <a:latin typeface="Open Sans"/>
                <a:ea typeface="Open Sans"/>
                <a:cs typeface="Open Sans"/>
                <a:sym typeface="Open Sans"/>
              </a:defRPr>
            </a:lvl2pPr>
            <a:lvl3pPr indent="-4191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•"/>
              <a:defRPr sz="3000">
                <a:latin typeface="Open Sans"/>
                <a:ea typeface="Open Sans"/>
                <a:cs typeface="Open Sans"/>
                <a:sym typeface="Open Sans"/>
              </a:defRPr>
            </a:lvl3pPr>
            <a:lvl4pPr indent="-4191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–"/>
              <a:defRPr sz="3000">
                <a:latin typeface="Open Sans"/>
                <a:ea typeface="Open Sans"/>
                <a:cs typeface="Open Sans"/>
                <a:sym typeface="Open Sans"/>
              </a:defRPr>
            </a:lvl4pPr>
            <a:lvl5pPr indent="-4191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»"/>
              <a:defRPr sz="3000">
                <a:latin typeface="Open Sans"/>
                <a:ea typeface="Open Sans"/>
                <a:cs typeface="Open Sans"/>
                <a:sym typeface="Open Sans"/>
              </a:defRPr>
            </a:lvl5pPr>
            <a:lvl6pPr indent="-4191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•"/>
              <a:defRPr sz="3000">
                <a:latin typeface="Open Sans"/>
                <a:ea typeface="Open Sans"/>
                <a:cs typeface="Open Sans"/>
                <a:sym typeface="Open Sans"/>
              </a:defRPr>
            </a:lvl6pPr>
            <a:lvl7pPr indent="-4191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•"/>
              <a:defRPr sz="3000">
                <a:latin typeface="Open Sans"/>
                <a:ea typeface="Open Sans"/>
                <a:cs typeface="Open Sans"/>
                <a:sym typeface="Open Sans"/>
              </a:defRPr>
            </a:lvl7pPr>
            <a:lvl8pPr indent="-4191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•"/>
              <a:defRPr sz="3000">
                <a:latin typeface="Open Sans"/>
                <a:ea typeface="Open Sans"/>
                <a:cs typeface="Open Sans"/>
                <a:sym typeface="Open Sans"/>
              </a:defRPr>
            </a:lvl8pPr>
            <a:lvl9pPr indent="-4191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•"/>
              <a:defRPr sz="3000"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grpSp>
        <p:nvGrpSpPr>
          <p:cNvPr id="143" name="Google Shape;143;p15"/>
          <p:cNvGrpSpPr/>
          <p:nvPr/>
        </p:nvGrpSpPr>
        <p:grpSpPr>
          <a:xfrm rot="10786707">
            <a:off x="15045066" y="-5690480"/>
            <a:ext cx="6527063" cy="10619128"/>
            <a:chOff x="5" y="9"/>
            <a:chExt cx="8702685" cy="14158731"/>
          </a:xfrm>
        </p:grpSpPr>
        <p:grpSp>
          <p:nvGrpSpPr>
            <p:cNvPr id="144" name="Google Shape;144;p15"/>
            <p:cNvGrpSpPr/>
            <p:nvPr/>
          </p:nvGrpSpPr>
          <p:grpSpPr>
            <a:xfrm rot="10800000">
              <a:off x="5" y="9"/>
              <a:ext cx="8702685" cy="14158731"/>
              <a:chOff x="0" y="0"/>
              <a:chExt cx="660400" cy="1074430"/>
            </a:xfrm>
          </p:grpSpPr>
          <p:sp>
            <p:nvSpPr>
              <p:cNvPr id="145" name="Google Shape;145;p15"/>
              <p:cNvSpPr/>
              <p:nvPr/>
            </p:nvSpPr>
            <p:spPr>
              <a:xfrm>
                <a:off x="0" y="0"/>
                <a:ext cx="660400" cy="1074430"/>
              </a:xfrm>
              <a:custGeom>
                <a:rect b="b" l="l" r="r" t="t"/>
                <a:pathLst>
                  <a:path extrusionOk="0" h="1074430" w="66040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15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" name="Google Shape;147;p15"/>
            <p:cNvGrpSpPr/>
            <p:nvPr/>
          </p:nvGrpSpPr>
          <p:grpSpPr>
            <a:xfrm rot="10800000">
              <a:off x="582569" y="585000"/>
              <a:ext cx="7537541" cy="12832253"/>
              <a:chOff x="0" y="0"/>
              <a:chExt cx="660400" cy="1124295"/>
            </a:xfrm>
          </p:grpSpPr>
          <p:sp>
            <p:nvSpPr>
              <p:cNvPr id="148" name="Google Shape;148;p15"/>
              <p:cNvSpPr/>
              <p:nvPr/>
            </p:nvSpPr>
            <p:spPr>
              <a:xfrm>
                <a:off x="0" y="0"/>
                <a:ext cx="660400" cy="1124295"/>
              </a:xfrm>
              <a:custGeom>
                <a:rect b="b" l="l" r="r" t="t"/>
                <a:pathLst>
                  <a:path extrusionOk="0" h="1124295" w="660400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15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0" name="Google Shape;150;p15"/>
            <p:cNvGrpSpPr/>
            <p:nvPr/>
          </p:nvGrpSpPr>
          <p:grpSpPr>
            <a:xfrm rot="10800000">
              <a:off x="1233052" y="1309633"/>
              <a:ext cx="6236619" cy="11291549"/>
              <a:chOff x="0" y="0"/>
              <a:chExt cx="660400" cy="1195670"/>
            </a:xfrm>
          </p:grpSpPr>
          <p:sp>
            <p:nvSpPr>
              <p:cNvPr id="151" name="Google Shape;151;p15"/>
              <p:cNvSpPr/>
              <p:nvPr/>
            </p:nvSpPr>
            <p:spPr>
              <a:xfrm>
                <a:off x="0" y="0"/>
                <a:ext cx="660400" cy="1195670"/>
              </a:xfrm>
              <a:custGeom>
                <a:rect b="b" l="l" r="r" t="t"/>
                <a:pathLst>
                  <a:path extrusionOk="0" h="1195670" w="66040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15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" name="Google Shape;153;p15"/>
            <p:cNvGrpSpPr/>
            <p:nvPr/>
          </p:nvGrpSpPr>
          <p:grpSpPr>
            <a:xfrm rot="10800000">
              <a:off x="1893450" y="2171675"/>
              <a:ext cx="4915819" cy="9763499"/>
              <a:chOff x="0" y="0"/>
              <a:chExt cx="660400" cy="1311646"/>
            </a:xfrm>
          </p:grpSpPr>
          <p:sp>
            <p:nvSpPr>
              <p:cNvPr id="154" name="Google Shape;154;p15"/>
              <p:cNvSpPr/>
              <p:nvPr/>
            </p:nvSpPr>
            <p:spPr>
              <a:xfrm>
                <a:off x="0" y="0"/>
                <a:ext cx="660400" cy="1311646"/>
              </a:xfrm>
              <a:custGeom>
                <a:rect b="b" l="l" r="r" t="t"/>
                <a:pathLst>
                  <a:path extrusionOk="0" h="1311646" w="660400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15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" name="Google Shape;156;p15"/>
            <p:cNvGrpSpPr/>
            <p:nvPr/>
          </p:nvGrpSpPr>
          <p:grpSpPr>
            <a:xfrm rot="10800000">
              <a:off x="2448404" y="2794214"/>
              <a:ext cx="3805885" cy="8513789"/>
              <a:chOff x="0" y="0"/>
              <a:chExt cx="660400" cy="1477319"/>
            </a:xfrm>
          </p:grpSpPr>
          <p:sp>
            <p:nvSpPr>
              <p:cNvPr id="157" name="Google Shape;157;p15"/>
              <p:cNvSpPr/>
              <p:nvPr/>
            </p:nvSpPr>
            <p:spPr>
              <a:xfrm>
                <a:off x="0" y="0"/>
                <a:ext cx="660400" cy="1477319"/>
              </a:xfrm>
              <a:custGeom>
                <a:rect b="b" l="l" r="r" t="t"/>
                <a:pathLst>
                  <a:path extrusionOk="0" h="1477319" w="660400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15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" name="Google Shape;159;p15"/>
            <p:cNvGrpSpPr/>
            <p:nvPr/>
          </p:nvGrpSpPr>
          <p:grpSpPr>
            <a:xfrm rot="10800000">
              <a:off x="2930052" y="3421392"/>
              <a:ext cx="2842560" cy="7318971"/>
              <a:chOff x="0" y="0"/>
              <a:chExt cx="660400" cy="1700386"/>
            </a:xfrm>
          </p:grpSpPr>
          <p:sp>
            <p:nvSpPr>
              <p:cNvPr id="160" name="Google Shape;160;p15"/>
              <p:cNvSpPr/>
              <p:nvPr/>
            </p:nvSpPr>
            <p:spPr>
              <a:xfrm>
                <a:off x="0" y="0"/>
                <a:ext cx="660400" cy="1700386"/>
              </a:xfrm>
              <a:custGeom>
                <a:rect b="b" l="l" r="r" t="t"/>
                <a:pathLst>
                  <a:path extrusionOk="0" h="1700386" w="660400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15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2" name="Google Shape;162;p15"/>
          <p:cNvGrpSpPr/>
          <p:nvPr/>
        </p:nvGrpSpPr>
        <p:grpSpPr>
          <a:xfrm rot="10800000">
            <a:off x="-3774272" y="7182334"/>
            <a:ext cx="6526997" cy="10619021"/>
            <a:chOff x="0" y="0"/>
            <a:chExt cx="660400" cy="1074430"/>
          </a:xfrm>
        </p:grpSpPr>
        <p:sp>
          <p:nvSpPr>
            <p:cNvPr id="163" name="Google Shape;163;p15"/>
            <p:cNvSpPr/>
            <p:nvPr/>
          </p:nvSpPr>
          <p:spPr>
            <a:xfrm>
              <a:off x="0" y="0"/>
              <a:ext cx="660400" cy="1074430"/>
            </a:xfrm>
            <a:custGeom>
              <a:rect b="b" l="l" r="r" t="t"/>
              <a:pathLst>
                <a:path extrusionOk="0" h="1074430" w="660400">
                  <a:moveTo>
                    <a:pt x="220252" y="1055361"/>
                  </a:moveTo>
                  <a:cubicBezTo>
                    <a:pt x="254109" y="1066875"/>
                    <a:pt x="292600" y="1074430"/>
                    <a:pt x="330378" y="1074430"/>
                  </a:cubicBezTo>
                  <a:cubicBezTo>
                    <a:pt x="368157" y="1074430"/>
                    <a:pt x="404509" y="1067953"/>
                    <a:pt x="438009" y="1056439"/>
                  </a:cubicBezTo>
                  <a:cubicBezTo>
                    <a:pt x="438723" y="1056080"/>
                    <a:pt x="439435" y="1056080"/>
                    <a:pt x="440148" y="1055720"/>
                  </a:cubicBezTo>
                  <a:cubicBezTo>
                    <a:pt x="565955" y="1009665"/>
                    <a:pt x="658618" y="888051"/>
                    <a:pt x="660400" y="74011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39567"/>
                  </a:lnTo>
                  <a:cubicBezTo>
                    <a:pt x="1782" y="888770"/>
                    <a:pt x="93019" y="1010385"/>
                    <a:pt x="220252" y="1055361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5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" name="Google Shape;165;p15"/>
          <p:cNvGrpSpPr/>
          <p:nvPr/>
        </p:nvGrpSpPr>
        <p:grpSpPr>
          <a:xfrm rot="10800000">
            <a:off x="-3337366" y="7621049"/>
            <a:ext cx="5653156" cy="9624190"/>
            <a:chOff x="0" y="0"/>
            <a:chExt cx="660400" cy="1124295"/>
          </a:xfrm>
        </p:grpSpPr>
        <p:sp>
          <p:nvSpPr>
            <p:cNvPr id="166" name="Google Shape;166;p15"/>
            <p:cNvSpPr/>
            <p:nvPr/>
          </p:nvSpPr>
          <p:spPr>
            <a:xfrm>
              <a:off x="0" y="0"/>
              <a:ext cx="660400" cy="1124295"/>
            </a:xfrm>
            <a:custGeom>
              <a:rect b="b" l="l" r="r" t="t"/>
              <a:pathLst>
                <a:path extrusionOk="0" h="1124295" w="660400">
                  <a:moveTo>
                    <a:pt x="220252" y="1105226"/>
                  </a:moveTo>
                  <a:cubicBezTo>
                    <a:pt x="254109" y="1116739"/>
                    <a:pt x="292600" y="1124295"/>
                    <a:pt x="330378" y="1124295"/>
                  </a:cubicBezTo>
                  <a:cubicBezTo>
                    <a:pt x="368157" y="1124295"/>
                    <a:pt x="404509" y="1117818"/>
                    <a:pt x="438009" y="1106304"/>
                  </a:cubicBezTo>
                  <a:cubicBezTo>
                    <a:pt x="438723" y="1105945"/>
                    <a:pt x="439435" y="1105945"/>
                    <a:pt x="440148" y="1105585"/>
                  </a:cubicBezTo>
                  <a:cubicBezTo>
                    <a:pt x="565955" y="1059530"/>
                    <a:pt x="658618" y="937916"/>
                    <a:pt x="660400" y="78887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88288"/>
                  </a:lnTo>
                  <a:cubicBezTo>
                    <a:pt x="1782" y="938635"/>
                    <a:pt x="93019" y="1060250"/>
                    <a:pt x="220252" y="1105226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5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" name="Google Shape;168;p15"/>
          <p:cNvGrpSpPr/>
          <p:nvPr/>
        </p:nvGrpSpPr>
        <p:grpSpPr>
          <a:xfrm rot="10800000">
            <a:off x="-2849520" y="8164496"/>
            <a:ext cx="4677481" cy="8468691"/>
            <a:chOff x="0" y="0"/>
            <a:chExt cx="660400" cy="1195670"/>
          </a:xfrm>
        </p:grpSpPr>
        <p:sp>
          <p:nvSpPr>
            <p:cNvPr id="169" name="Google Shape;169;p15"/>
            <p:cNvSpPr/>
            <p:nvPr/>
          </p:nvSpPr>
          <p:spPr>
            <a:xfrm>
              <a:off x="0" y="0"/>
              <a:ext cx="660400" cy="1195670"/>
            </a:xfrm>
            <a:custGeom>
              <a:rect b="b" l="l" r="r" t="t"/>
              <a:pathLst>
                <a:path extrusionOk="0" h="1195670" w="660400">
                  <a:moveTo>
                    <a:pt x="220252" y="1176601"/>
                  </a:moveTo>
                  <a:cubicBezTo>
                    <a:pt x="254109" y="1188114"/>
                    <a:pt x="292600" y="1195670"/>
                    <a:pt x="330378" y="1195670"/>
                  </a:cubicBezTo>
                  <a:cubicBezTo>
                    <a:pt x="368157" y="1195670"/>
                    <a:pt x="404509" y="1189193"/>
                    <a:pt x="438009" y="1177679"/>
                  </a:cubicBezTo>
                  <a:cubicBezTo>
                    <a:pt x="438723" y="1177320"/>
                    <a:pt x="439435" y="1177320"/>
                    <a:pt x="440148" y="1176960"/>
                  </a:cubicBezTo>
                  <a:cubicBezTo>
                    <a:pt x="565955" y="1130905"/>
                    <a:pt x="658618" y="1009291"/>
                    <a:pt x="660400" y="858663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858026"/>
                  </a:lnTo>
                  <a:cubicBezTo>
                    <a:pt x="1782" y="1010010"/>
                    <a:pt x="93019" y="1131625"/>
                    <a:pt x="220252" y="1176601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5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1" name="Google Shape;171;p15"/>
          <p:cNvGrpSpPr/>
          <p:nvPr/>
        </p:nvGrpSpPr>
        <p:grpSpPr>
          <a:xfrm rot="10800000">
            <a:off x="-2354222" y="8737513"/>
            <a:ext cx="3686881" cy="7322657"/>
            <a:chOff x="0" y="0"/>
            <a:chExt cx="660400" cy="1311646"/>
          </a:xfrm>
        </p:grpSpPr>
        <p:sp>
          <p:nvSpPr>
            <p:cNvPr id="172" name="Google Shape;172;p15"/>
            <p:cNvSpPr/>
            <p:nvPr/>
          </p:nvSpPr>
          <p:spPr>
            <a:xfrm>
              <a:off x="0" y="0"/>
              <a:ext cx="660400" cy="1311646"/>
            </a:xfrm>
            <a:custGeom>
              <a:rect b="b" l="l" r="r" t="t"/>
              <a:pathLst>
                <a:path extrusionOk="0" h="1311646" w="660400">
                  <a:moveTo>
                    <a:pt x="220252" y="1292577"/>
                  </a:moveTo>
                  <a:cubicBezTo>
                    <a:pt x="254109" y="1304091"/>
                    <a:pt x="292600" y="1311646"/>
                    <a:pt x="330378" y="1311646"/>
                  </a:cubicBezTo>
                  <a:cubicBezTo>
                    <a:pt x="368157" y="1311646"/>
                    <a:pt x="404509" y="1305169"/>
                    <a:pt x="438009" y="1293656"/>
                  </a:cubicBezTo>
                  <a:cubicBezTo>
                    <a:pt x="438723" y="1293296"/>
                    <a:pt x="439435" y="1293296"/>
                    <a:pt x="440148" y="1292937"/>
                  </a:cubicBezTo>
                  <a:cubicBezTo>
                    <a:pt x="565955" y="1246881"/>
                    <a:pt x="658618" y="1125267"/>
                    <a:pt x="660400" y="97206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971342"/>
                  </a:lnTo>
                  <a:cubicBezTo>
                    <a:pt x="1782" y="1125986"/>
                    <a:pt x="93019" y="1247601"/>
                    <a:pt x="220252" y="1292577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5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" name="Google Shape;174;p15"/>
          <p:cNvGrpSpPr/>
          <p:nvPr/>
        </p:nvGrpSpPr>
        <p:grpSpPr>
          <a:xfrm rot="10800000">
            <a:off x="-1938023" y="9277886"/>
            <a:ext cx="2854447" cy="6385416"/>
            <a:chOff x="0" y="0"/>
            <a:chExt cx="660400" cy="1477319"/>
          </a:xfrm>
        </p:grpSpPr>
        <p:sp>
          <p:nvSpPr>
            <p:cNvPr id="175" name="Google Shape;175;p15"/>
            <p:cNvSpPr/>
            <p:nvPr/>
          </p:nvSpPr>
          <p:spPr>
            <a:xfrm>
              <a:off x="0" y="0"/>
              <a:ext cx="660400" cy="1477319"/>
            </a:xfrm>
            <a:custGeom>
              <a:rect b="b" l="l" r="r" t="t"/>
              <a:pathLst>
                <a:path extrusionOk="0" h="1477319" w="660400">
                  <a:moveTo>
                    <a:pt x="220252" y="1458250"/>
                  </a:moveTo>
                  <a:cubicBezTo>
                    <a:pt x="254109" y="1469763"/>
                    <a:pt x="292600" y="1477319"/>
                    <a:pt x="330378" y="1477319"/>
                  </a:cubicBezTo>
                  <a:cubicBezTo>
                    <a:pt x="368157" y="1477319"/>
                    <a:pt x="404509" y="1470842"/>
                    <a:pt x="438009" y="1459328"/>
                  </a:cubicBezTo>
                  <a:cubicBezTo>
                    <a:pt x="438723" y="1458968"/>
                    <a:pt x="439435" y="1458968"/>
                    <a:pt x="440148" y="1458609"/>
                  </a:cubicBezTo>
                  <a:cubicBezTo>
                    <a:pt x="565955" y="1412554"/>
                    <a:pt x="658618" y="1290940"/>
                    <a:pt x="660400" y="1134056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133214"/>
                  </a:lnTo>
                  <a:cubicBezTo>
                    <a:pt x="1782" y="1291659"/>
                    <a:pt x="93019" y="1413274"/>
                    <a:pt x="220252" y="145825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5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15"/>
          <p:cNvGrpSpPr/>
          <p:nvPr/>
        </p:nvGrpSpPr>
        <p:grpSpPr>
          <a:xfrm rot="10800000">
            <a:off x="-1576736" y="9748386"/>
            <a:ext cx="2131903" cy="5489186"/>
            <a:chOff x="0" y="0"/>
            <a:chExt cx="660400" cy="1700386"/>
          </a:xfrm>
        </p:grpSpPr>
        <p:sp>
          <p:nvSpPr>
            <p:cNvPr id="178" name="Google Shape;178;p15"/>
            <p:cNvSpPr/>
            <p:nvPr/>
          </p:nvSpPr>
          <p:spPr>
            <a:xfrm>
              <a:off x="0" y="0"/>
              <a:ext cx="660400" cy="1700386"/>
            </a:xfrm>
            <a:custGeom>
              <a:rect b="b" l="l" r="r" t="t"/>
              <a:pathLst>
                <a:path extrusionOk="0" h="1700386" w="660400">
                  <a:moveTo>
                    <a:pt x="220252" y="1681317"/>
                  </a:moveTo>
                  <a:cubicBezTo>
                    <a:pt x="254109" y="1692831"/>
                    <a:pt x="292600" y="1700386"/>
                    <a:pt x="330378" y="1700386"/>
                  </a:cubicBezTo>
                  <a:cubicBezTo>
                    <a:pt x="368157" y="1700386"/>
                    <a:pt x="404509" y="1693909"/>
                    <a:pt x="438009" y="1682396"/>
                  </a:cubicBezTo>
                  <a:cubicBezTo>
                    <a:pt x="438723" y="1682036"/>
                    <a:pt x="439435" y="1682036"/>
                    <a:pt x="440148" y="1681677"/>
                  </a:cubicBezTo>
                  <a:cubicBezTo>
                    <a:pt x="565955" y="1635621"/>
                    <a:pt x="658618" y="1514007"/>
                    <a:pt x="660400" y="1352169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351165"/>
                  </a:lnTo>
                  <a:cubicBezTo>
                    <a:pt x="1782" y="1514726"/>
                    <a:pt x="93019" y="1636342"/>
                    <a:pt x="220252" y="1681317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5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 txBox="1"/>
          <p:nvPr>
            <p:ph type="title"/>
          </p:nvPr>
        </p:nvSpPr>
        <p:spPr>
          <a:xfrm>
            <a:off x="745775" y="1099500"/>
            <a:ext cx="13716000" cy="12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Font typeface="Calibri"/>
              <a:buNone/>
              <a:defRPr b="1" sz="75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16"/>
          <p:cNvSpPr txBox="1"/>
          <p:nvPr>
            <p:ph idx="1" type="body"/>
          </p:nvPr>
        </p:nvSpPr>
        <p:spPr>
          <a:xfrm>
            <a:off x="6072538" y="640866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None/>
              <a:defRPr sz="3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3000"/>
              <a:buNone/>
              <a:defRPr sz="30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3000"/>
              <a:buNone/>
              <a:defRPr sz="30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3000"/>
              <a:buNone/>
              <a:defRPr sz="30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3000"/>
              <a:buNone/>
              <a:defRPr sz="30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3000"/>
              <a:buNone/>
              <a:defRPr sz="30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3000"/>
              <a:buNone/>
              <a:defRPr sz="30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3000"/>
              <a:buNone/>
              <a:defRPr sz="30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183" name="Google Shape;183;p16"/>
          <p:cNvGrpSpPr/>
          <p:nvPr/>
        </p:nvGrpSpPr>
        <p:grpSpPr>
          <a:xfrm rot="10786707">
            <a:off x="15095529" y="-7266473"/>
            <a:ext cx="6527063" cy="10619128"/>
            <a:chOff x="5" y="9"/>
            <a:chExt cx="8702685" cy="14158731"/>
          </a:xfrm>
        </p:grpSpPr>
        <p:grpSp>
          <p:nvGrpSpPr>
            <p:cNvPr id="184" name="Google Shape;184;p16"/>
            <p:cNvGrpSpPr/>
            <p:nvPr/>
          </p:nvGrpSpPr>
          <p:grpSpPr>
            <a:xfrm rot="10800000">
              <a:off x="5" y="9"/>
              <a:ext cx="8702685" cy="14158731"/>
              <a:chOff x="0" y="0"/>
              <a:chExt cx="660400" cy="1074430"/>
            </a:xfrm>
          </p:grpSpPr>
          <p:sp>
            <p:nvSpPr>
              <p:cNvPr id="185" name="Google Shape;185;p16"/>
              <p:cNvSpPr/>
              <p:nvPr/>
            </p:nvSpPr>
            <p:spPr>
              <a:xfrm>
                <a:off x="0" y="0"/>
                <a:ext cx="660400" cy="1074430"/>
              </a:xfrm>
              <a:custGeom>
                <a:rect b="b" l="l" r="r" t="t"/>
                <a:pathLst>
                  <a:path extrusionOk="0" h="1074430" w="66040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7DBF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16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7" name="Google Shape;187;p16"/>
            <p:cNvGrpSpPr/>
            <p:nvPr/>
          </p:nvGrpSpPr>
          <p:grpSpPr>
            <a:xfrm rot="10800000">
              <a:off x="582569" y="585000"/>
              <a:ext cx="7537541" cy="12832253"/>
              <a:chOff x="0" y="0"/>
              <a:chExt cx="660400" cy="1124295"/>
            </a:xfrm>
          </p:grpSpPr>
          <p:sp>
            <p:nvSpPr>
              <p:cNvPr id="188" name="Google Shape;188;p16"/>
              <p:cNvSpPr/>
              <p:nvPr/>
            </p:nvSpPr>
            <p:spPr>
              <a:xfrm>
                <a:off x="0" y="0"/>
                <a:ext cx="660400" cy="1124295"/>
              </a:xfrm>
              <a:custGeom>
                <a:rect b="b" l="l" r="r" t="t"/>
                <a:pathLst>
                  <a:path extrusionOk="0" h="1124295" w="660400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7DBF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16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0" name="Google Shape;190;p16"/>
            <p:cNvGrpSpPr/>
            <p:nvPr/>
          </p:nvGrpSpPr>
          <p:grpSpPr>
            <a:xfrm rot="10800000">
              <a:off x="1233052" y="1309633"/>
              <a:ext cx="6236619" cy="11291549"/>
              <a:chOff x="0" y="0"/>
              <a:chExt cx="660400" cy="1195670"/>
            </a:xfrm>
          </p:grpSpPr>
          <p:sp>
            <p:nvSpPr>
              <p:cNvPr id="191" name="Google Shape;191;p16"/>
              <p:cNvSpPr/>
              <p:nvPr/>
            </p:nvSpPr>
            <p:spPr>
              <a:xfrm>
                <a:off x="0" y="0"/>
                <a:ext cx="660400" cy="1195670"/>
              </a:xfrm>
              <a:custGeom>
                <a:rect b="b" l="l" r="r" t="t"/>
                <a:pathLst>
                  <a:path extrusionOk="0" h="1195670" w="66040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7DBF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16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3" name="Google Shape;193;p16"/>
            <p:cNvGrpSpPr/>
            <p:nvPr/>
          </p:nvGrpSpPr>
          <p:grpSpPr>
            <a:xfrm rot="10800000">
              <a:off x="1893450" y="2171675"/>
              <a:ext cx="4915819" cy="9763499"/>
              <a:chOff x="0" y="0"/>
              <a:chExt cx="660400" cy="1311646"/>
            </a:xfrm>
          </p:grpSpPr>
          <p:sp>
            <p:nvSpPr>
              <p:cNvPr id="194" name="Google Shape;194;p16"/>
              <p:cNvSpPr/>
              <p:nvPr/>
            </p:nvSpPr>
            <p:spPr>
              <a:xfrm>
                <a:off x="0" y="0"/>
                <a:ext cx="660400" cy="1311646"/>
              </a:xfrm>
              <a:custGeom>
                <a:rect b="b" l="l" r="r" t="t"/>
                <a:pathLst>
                  <a:path extrusionOk="0" h="1311646" w="660400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7DBF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16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6" name="Google Shape;196;p16"/>
            <p:cNvGrpSpPr/>
            <p:nvPr/>
          </p:nvGrpSpPr>
          <p:grpSpPr>
            <a:xfrm rot="10800000">
              <a:off x="2448404" y="2794214"/>
              <a:ext cx="3805885" cy="8513789"/>
              <a:chOff x="0" y="0"/>
              <a:chExt cx="660400" cy="1477319"/>
            </a:xfrm>
          </p:grpSpPr>
          <p:sp>
            <p:nvSpPr>
              <p:cNvPr id="197" name="Google Shape;197;p16"/>
              <p:cNvSpPr/>
              <p:nvPr/>
            </p:nvSpPr>
            <p:spPr>
              <a:xfrm>
                <a:off x="0" y="0"/>
                <a:ext cx="660400" cy="1477319"/>
              </a:xfrm>
              <a:custGeom>
                <a:rect b="b" l="l" r="r" t="t"/>
                <a:pathLst>
                  <a:path extrusionOk="0" h="1477319" w="660400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7DBF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16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9" name="Google Shape;199;p16"/>
            <p:cNvGrpSpPr/>
            <p:nvPr/>
          </p:nvGrpSpPr>
          <p:grpSpPr>
            <a:xfrm rot="10800000">
              <a:off x="2930052" y="3421392"/>
              <a:ext cx="2842560" cy="7318971"/>
              <a:chOff x="0" y="0"/>
              <a:chExt cx="660400" cy="1700386"/>
            </a:xfrm>
          </p:grpSpPr>
          <p:sp>
            <p:nvSpPr>
              <p:cNvPr id="200" name="Google Shape;200;p16"/>
              <p:cNvSpPr/>
              <p:nvPr/>
            </p:nvSpPr>
            <p:spPr>
              <a:xfrm>
                <a:off x="0" y="0"/>
                <a:ext cx="660400" cy="1700386"/>
              </a:xfrm>
              <a:custGeom>
                <a:rect b="b" l="l" r="r" t="t"/>
                <a:pathLst>
                  <a:path extrusionOk="0" h="1700386" w="660400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7DBF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16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2" name="Google Shape;202;p16"/>
          <p:cNvGrpSpPr/>
          <p:nvPr/>
        </p:nvGrpSpPr>
        <p:grpSpPr>
          <a:xfrm rot="10800000">
            <a:off x="-3774272" y="7182334"/>
            <a:ext cx="6526997" cy="10619021"/>
            <a:chOff x="0" y="0"/>
            <a:chExt cx="660400" cy="1074430"/>
          </a:xfrm>
        </p:grpSpPr>
        <p:sp>
          <p:nvSpPr>
            <p:cNvPr id="203" name="Google Shape;203;p16"/>
            <p:cNvSpPr/>
            <p:nvPr/>
          </p:nvSpPr>
          <p:spPr>
            <a:xfrm>
              <a:off x="0" y="0"/>
              <a:ext cx="660400" cy="1074430"/>
            </a:xfrm>
            <a:custGeom>
              <a:rect b="b" l="l" r="r" t="t"/>
              <a:pathLst>
                <a:path extrusionOk="0" h="1074430" w="660400">
                  <a:moveTo>
                    <a:pt x="220252" y="1055361"/>
                  </a:moveTo>
                  <a:cubicBezTo>
                    <a:pt x="254109" y="1066875"/>
                    <a:pt x="292600" y="1074430"/>
                    <a:pt x="330378" y="1074430"/>
                  </a:cubicBezTo>
                  <a:cubicBezTo>
                    <a:pt x="368157" y="1074430"/>
                    <a:pt x="404509" y="1067953"/>
                    <a:pt x="438009" y="1056439"/>
                  </a:cubicBezTo>
                  <a:cubicBezTo>
                    <a:pt x="438723" y="1056080"/>
                    <a:pt x="439435" y="1056080"/>
                    <a:pt x="440148" y="1055720"/>
                  </a:cubicBezTo>
                  <a:cubicBezTo>
                    <a:pt x="565955" y="1009665"/>
                    <a:pt x="658618" y="888051"/>
                    <a:pt x="660400" y="74011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39567"/>
                  </a:lnTo>
                  <a:cubicBezTo>
                    <a:pt x="1782" y="888770"/>
                    <a:pt x="93019" y="1010385"/>
                    <a:pt x="220252" y="1055361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7DBF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6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5" name="Google Shape;205;p16"/>
          <p:cNvGrpSpPr/>
          <p:nvPr/>
        </p:nvGrpSpPr>
        <p:grpSpPr>
          <a:xfrm rot="10800000">
            <a:off x="-3337366" y="7621049"/>
            <a:ext cx="5653156" cy="9624190"/>
            <a:chOff x="0" y="0"/>
            <a:chExt cx="660400" cy="1124295"/>
          </a:xfrm>
        </p:grpSpPr>
        <p:sp>
          <p:nvSpPr>
            <p:cNvPr id="206" name="Google Shape;206;p16"/>
            <p:cNvSpPr/>
            <p:nvPr/>
          </p:nvSpPr>
          <p:spPr>
            <a:xfrm>
              <a:off x="0" y="0"/>
              <a:ext cx="660400" cy="1124295"/>
            </a:xfrm>
            <a:custGeom>
              <a:rect b="b" l="l" r="r" t="t"/>
              <a:pathLst>
                <a:path extrusionOk="0" h="1124295" w="660400">
                  <a:moveTo>
                    <a:pt x="220252" y="1105226"/>
                  </a:moveTo>
                  <a:cubicBezTo>
                    <a:pt x="254109" y="1116739"/>
                    <a:pt x="292600" y="1124295"/>
                    <a:pt x="330378" y="1124295"/>
                  </a:cubicBezTo>
                  <a:cubicBezTo>
                    <a:pt x="368157" y="1124295"/>
                    <a:pt x="404509" y="1117818"/>
                    <a:pt x="438009" y="1106304"/>
                  </a:cubicBezTo>
                  <a:cubicBezTo>
                    <a:pt x="438723" y="1105945"/>
                    <a:pt x="439435" y="1105945"/>
                    <a:pt x="440148" y="1105585"/>
                  </a:cubicBezTo>
                  <a:cubicBezTo>
                    <a:pt x="565955" y="1059530"/>
                    <a:pt x="658618" y="937916"/>
                    <a:pt x="660400" y="78887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88288"/>
                  </a:lnTo>
                  <a:cubicBezTo>
                    <a:pt x="1782" y="938635"/>
                    <a:pt x="93019" y="1060250"/>
                    <a:pt x="220252" y="1105226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7DBF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6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" name="Google Shape;208;p16"/>
          <p:cNvGrpSpPr/>
          <p:nvPr/>
        </p:nvGrpSpPr>
        <p:grpSpPr>
          <a:xfrm rot="10800000">
            <a:off x="-2849520" y="8164496"/>
            <a:ext cx="4677481" cy="8468691"/>
            <a:chOff x="0" y="0"/>
            <a:chExt cx="660400" cy="1195670"/>
          </a:xfrm>
        </p:grpSpPr>
        <p:sp>
          <p:nvSpPr>
            <p:cNvPr id="209" name="Google Shape;209;p16"/>
            <p:cNvSpPr/>
            <p:nvPr/>
          </p:nvSpPr>
          <p:spPr>
            <a:xfrm>
              <a:off x="0" y="0"/>
              <a:ext cx="660400" cy="1195670"/>
            </a:xfrm>
            <a:custGeom>
              <a:rect b="b" l="l" r="r" t="t"/>
              <a:pathLst>
                <a:path extrusionOk="0" h="1195670" w="660400">
                  <a:moveTo>
                    <a:pt x="220252" y="1176601"/>
                  </a:moveTo>
                  <a:cubicBezTo>
                    <a:pt x="254109" y="1188114"/>
                    <a:pt x="292600" y="1195670"/>
                    <a:pt x="330378" y="1195670"/>
                  </a:cubicBezTo>
                  <a:cubicBezTo>
                    <a:pt x="368157" y="1195670"/>
                    <a:pt x="404509" y="1189193"/>
                    <a:pt x="438009" y="1177679"/>
                  </a:cubicBezTo>
                  <a:cubicBezTo>
                    <a:pt x="438723" y="1177320"/>
                    <a:pt x="439435" y="1177320"/>
                    <a:pt x="440148" y="1176960"/>
                  </a:cubicBezTo>
                  <a:cubicBezTo>
                    <a:pt x="565955" y="1130905"/>
                    <a:pt x="658618" y="1009291"/>
                    <a:pt x="660400" y="858663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858026"/>
                  </a:lnTo>
                  <a:cubicBezTo>
                    <a:pt x="1782" y="1010010"/>
                    <a:pt x="93019" y="1131625"/>
                    <a:pt x="220252" y="1176601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7DBF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6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16"/>
          <p:cNvGrpSpPr/>
          <p:nvPr/>
        </p:nvGrpSpPr>
        <p:grpSpPr>
          <a:xfrm rot="10800000">
            <a:off x="-2354222" y="8737513"/>
            <a:ext cx="3686881" cy="7322657"/>
            <a:chOff x="0" y="0"/>
            <a:chExt cx="660400" cy="1311646"/>
          </a:xfrm>
        </p:grpSpPr>
        <p:sp>
          <p:nvSpPr>
            <p:cNvPr id="212" name="Google Shape;212;p16"/>
            <p:cNvSpPr/>
            <p:nvPr/>
          </p:nvSpPr>
          <p:spPr>
            <a:xfrm>
              <a:off x="0" y="0"/>
              <a:ext cx="660400" cy="1311646"/>
            </a:xfrm>
            <a:custGeom>
              <a:rect b="b" l="l" r="r" t="t"/>
              <a:pathLst>
                <a:path extrusionOk="0" h="1311646" w="660400">
                  <a:moveTo>
                    <a:pt x="220252" y="1292577"/>
                  </a:moveTo>
                  <a:cubicBezTo>
                    <a:pt x="254109" y="1304091"/>
                    <a:pt x="292600" y="1311646"/>
                    <a:pt x="330378" y="1311646"/>
                  </a:cubicBezTo>
                  <a:cubicBezTo>
                    <a:pt x="368157" y="1311646"/>
                    <a:pt x="404509" y="1305169"/>
                    <a:pt x="438009" y="1293656"/>
                  </a:cubicBezTo>
                  <a:cubicBezTo>
                    <a:pt x="438723" y="1293296"/>
                    <a:pt x="439435" y="1293296"/>
                    <a:pt x="440148" y="1292937"/>
                  </a:cubicBezTo>
                  <a:cubicBezTo>
                    <a:pt x="565955" y="1246881"/>
                    <a:pt x="658618" y="1125267"/>
                    <a:pt x="660400" y="97206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971342"/>
                  </a:lnTo>
                  <a:cubicBezTo>
                    <a:pt x="1782" y="1125986"/>
                    <a:pt x="93019" y="1247601"/>
                    <a:pt x="220252" y="1292577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7DBF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6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" name="Google Shape;214;p16"/>
          <p:cNvGrpSpPr/>
          <p:nvPr/>
        </p:nvGrpSpPr>
        <p:grpSpPr>
          <a:xfrm rot="10800000">
            <a:off x="-1938023" y="9277886"/>
            <a:ext cx="2854447" cy="6385416"/>
            <a:chOff x="0" y="0"/>
            <a:chExt cx="660400" cy="1477319"/>
          </a:xfrm>
        </p:grpSpPr>
        <p:sp>
          <p:nvSpPr>
            <p:cNvPr id="215" name="Google Shape;215;p16"/>
            <p:cNvSpPr/>
            <p:nvPr/>
          </p:nvSpPr>
          <p:spPr>
            <a:xfrm>
              <a:off x="0" y="0"/>
              <a:ext cx="660400" cy="1477319"/>
            </a:xfrm>
            <a:custGeom>
              <a:rect b="b" l="l" r="r" t="t"/>
              <a:pathLst>
                <a:path extrusionOk="0" h="1477319" w="660400">
                  <a:moveTo>
                    <a:pt x="220252" y="1458250"/>
                  </a:moveTo>
                  <a:cubicBezTo>
                    <a:pt x="254109" y="1469763"/>
                    <a:pt x="292600" y="1477319"/>
                    <a:pt x="330378" y="1477319"/>
                  </a:cubicBezTo>
                  <a:cubicBezTo>
                    <a:pt x="368157" y="1477319"/>
                    <a:pt x="404509" y="1470842"/>
                    <a:pt x="438009" y="1459328"/>
                  </a:cubicBezTo>
                  <a:cubicBezTo>
                    <a:pt x="438723" y="1458968"/>
                    <a:pt x="439435" y="1458968"/>
                    <a:pt x="440148" y="1458609"/>
                  </a:cubicBezTo>
                  <a:cubicBezTo>
                    <a:pt x="565955" y="1412554"/>
                    <a:pt x="658618" y="1290940"/>
                    <a:pt x="660400" y="1134056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133214"/>
                  </a:lnTo>
                  <a:cubicBezTo>
                    <a:pt x="1782" y="1291659"/>
                    <a:pt x="93019" y="1413274"/>
                    <a:pt x="220252" y="145825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7DBF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6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7" name="Google Shape;217;p16"/>
          <p:cNvGrpSpPr/>
          <p:nvPr/>
        </p:nvGrpSpPr>
        <p:grpSpPr>
          <a:xfrm rot="10800000">
            <a:off x="-1576736" y="9748386"/>
            <a:ext cx="2131903" cy="5489186"/>
            <a:chOff x="0" y="0"/>
            <a:chExt cx="660400" cy="1700386"/>
          </a:xfrm>
        </p:grpSpPr>
        <p:sp>
          <p:nvSpPr>
            <p:cNvPr id="218" name="Google Shape;218;p16"/>
            <p:cNvSpPr/>
            <p:nvPr/>
          </p:nvSpPr>
          <p:spPr>
            <a:xfrm>
              <a:off x="0" y="0"/>
              <a:ext cx="660400" cy="1700386"/>
            </a:xfrm>
            <a:custGeom>
              <a:rect b="b" l="l" r="r" t="t"/>
              <a:pathLst>
                <a:path extrusionOk="0" h="1700386" w="660400">
                  <a:moveTo>
                    <a:pt x="220252" y="1681317"/>
                  </a:moveTo>
                  <a:cubicBezTo>
                    <a:pt x="254109" y="1692831"/>
                    <a:pt x="292600" y="1700386"/>
                    <a:pt x="330378" y="1700386"/>
                  </a:cubicBezTo>
                  <a:cubicBezTo>
                    <a:pt x="368157" y="1700386"/>
                    <a:pt x="404509" y="1693909"/>
                    <a:pt x="438009" y="1682396"/>
                  </a:cubicBezTo>
                  <a:cubicBezTo>
                    <a:pt x="438723" y="1682036"/>
                    <a:pt x="439435" y="1682036"/>
                    <a:pt x="440148" y="1681677"/>
                  </a:cubicBezTo>
                  <a:cubicBezTo>
                    <a:pt x="565955" y="1635621"/>
                    <a:pt x="658618" y="1514007"/>
                    <a:pt x="660400" y="1352169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351165"/>
                  </a:lnTo>
                  <a:cubicBezTo>
                    <a:pt x="1782" y="1514726"/>
                    <a:pt x="93019" y="1636342"/>
                    <a:pt x="220252" y="1681317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7DBF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6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7"/>
          <p:cNvSpPr txBox="1"/>
          <p:nvPr>
            <p:ph type="title"/>
          </p:nvPr>
        </p:nvSpPr>
        <p:spPr>
          <a:xfrm>
            <a:off x="976025" y="988025"/>
            <a:ext cx="13291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17"/>
          <p:cNvSpPr txBox="1"/>
          <p:nvPr>
            <p:ph idx="1" type="body"/>
          </p:nvPr>
        </p:nvSpPr>
        <p:spPr>
          <a:xfrm>
            <a:off x="3210225" y="3095075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indent="-4191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indent="-419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3pPr>
            <a:lvl4pPr indent="-4191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4pPr>
            <a:lvl5pPr indent="-4191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»"/>
              <a:defRPr sz="3000"/>
            </a:lvl5pPr>
            <a:lvl6pPr indent="-4191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6pPr>
            <a:lvl7pPr indent="-4191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7pPr>
            <a:lvl8pPr indent="-4191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8pPr>
            <a:lvl9pPr indent="-4191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9pPr>
          </a:lstStyle>
          <a:p/>
        </p:txBody>
      </p:sp>
      <p:sp>
        <p:nvSpPr>
          <p:cNvPr id="223" name="Google Shape;223;p17"/>
          <p:cNvSpPr txBox="1"/>
          <p:nvPr>
            <p:ph idx="2" type="body"/>
          </p:nvPr>
        </p:nvSpPr>
        <p:spPr>
          <a:xfrm>
            <a:off x="9735850" y="3095075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indent="-4191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indent="-419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3pPr>
            <a:lvl4pPr indent="-4191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4pPr>
            <a:lvl5pPr indent="-4191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»"/>
              <a:defRPr sz="3000"/>
            </a:lvl5pPr>
            <a:lvl6pPr indent="-4191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6pPr>
            <a:lvl7pPr indent="-4191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7pPr>
            <a:lvl8pPr indent="-4191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8pPr>
            <a:lvl9pPr indent="-4191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9pPr>
          </a:lstStyle>
          <a:p/>
        </p:txBody>
      </p:sp>
      <p:grpSp>
        <p:nvGrpSpPr>
          <p:cNvPr id="224" name="Google Shape;224;p17"/>
          <p:cNvGrpSpPr/>
          <p:nvPr/>
        </p:nvGrpSpPr>
        <p:grpSpPr>
          <a:xfrm rot="10786707">
            <a:off x="15095529" y="-7266473"/>
            <a:ext cx="6527063" cy="10619128"/>
            <a:chOff x="5" y="9"/>
            <a:chExt cx="8702685" cy="14158731"/>
          </a:xfrm>
        </p:grpSpPr>
        <p:grpSp>
          <p:nvGrpSpPr>
            <p:cNvPr id="225" name="Google Shape;225;p17"/>
            <p:cNvGrpSpPr/>
            <p:nvPr/>
          </p:nvGrpSpPr>
          <p:grpSpPr>
            <a:xfrm rot="10800000">
              <a:off x="5" y="9"/>
              <a:ext cx="8702685" cy="14158731"/>
              <a:chOff x="0" y="0"/>
              <a:chExt cx="660400" cy="1074430"/>
            </a:xfrm>
          </p:grpSpPr>
          <p:sp>
            <p:nvSpPr>
              <p:cNvPr id="226" name="Google Shape;226;p17"/>
              <p:cNvSpPr/>
              <p:nvPr/>
            </p:nvSpPr>
            <p:spPr>
              <a:xfrm>
                <a:off x="0" y="0"/>
                <a:ext cx="660400" cy="1074430"/>
              </a:xfrm>
              <a:custGeom>
                <a:rect b="b" l="l" r="r" t="t"/>
                <a:pathLst>
                  <a:path extrusionOk="0" h="1074430" w="66040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7DBF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17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" name="Google Shape;228;p17"/>
            <p:cNvGrpSpPr/>
            <p:nvPr/>
          </p:nvGrpSpPr>
          <p:grpSpPr>
            <a:xfrm rot="10800000">
              <a:off x="582569" y="585000"/>
              <a:ext cx="7537541" cy="12832253"/>
              <a:chOff x="0" y="0"/>
              <a:chExt cx="660400" cy="1124295"/>
            </a:xfrm>
          </p:grpSpPr>
          <p:sp>
            <p:nvSpPr>
              <p:cNvPr id="229" name="Google Shape;229;p17"/>
              <p:cNvSpPr/>
              <p:nvPr/>
            </p:nvSpPr>
            <p:spPr>
              <a:xfrm>
                <a:off x="0" y="0"/>
                <a:ext cx="660400" cy="1124295"/>
              </a:xfrm>
              <a:custGeom>
                <a:rect b="b" l="l" r="r" t="t"/>
                <a:pathLst>
                  <a:path extrusionOk="0" h="1124295" w="660400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7DBF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17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1" name="Google Shape;231;p17"/>
            <p:cNvGrpSpPr/>
            <p:nvPr/>
          </p:nvGrpSpPr>
          <p:grpSpPr>
            <a:xfrm rot="10800000">
              <a:off x="1233052" y="1309633"/>
              <a:ext cx="6236619" cy="11291549"/>
              <a:chOff x="0" y="0"/>
              <a:chExt cx="660400" cy="1195670"/>
            </a:xfrm>
          </p:grpSpPr>
          <p:sp>
            <p:nvSpPr>
              <p:cNvPr id="232" name="Google Shape;232;p17"/>
              <p:cNvSpPr/>
              <p:nvPr/>
            </p:nvSpPr>
            <p:spPr>
              <a:xfrm>
                <a:off x="0" y="0"/>
                <a:ext cx="660400" cy="1195670"/>
              </a:xfrm>
              <a:custGeom>
                <a:rect b="b" l="l" r="r" t="t"/>
                <a:pathLst>
                  <a:path extrusionOk="0" h="1195670" w="66040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7DBF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17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4" name="Google Shape;234;p17"/>
            <p:cNvGrpSpPr/>
            <p:nvPr/>
          </p:nvGrpSpPr>
          <p:grpSpPr>
            <a:xfrm rot="10800000">
              <a:off x="1893450" y="2171675"/>
              <a:ext cx="4915819" cy="9763499"/>
              <a:chOff x="0" y="0"/>
              <a:chExt cx="660400" cy="1311646"/>
            </a:xfrm>
          </p:grpSpPr>
          <p:sp>
            <p:nvSpPr>
              <p:cNvPr id="235" name="Google Shape;235;p17"/>
              <p:cNvSpPr/>
              <p:nvPr/>
            </p:nvSpPr>
            <p:spPr>
              <a:xfrm>
                <a:off x="0" y="0"/>
                <a:ext cx="660400" cy="1311646"/>
              </a:xfrm>
              <a:custGeom>
                <a:rect b="b" l="l" r="r" t="t"/>
                <a:pathLst>
                  <a:path extrusionOk="0" h="1311646" w="660400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7DBF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17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7" name="Google Shape;237;p17"/>
            <p:cNvGrpSpPr/>
            <p:nvPr/>
          </p:nvGrpSpPr>
          <p:grpSpPr>
            <a:xfrm rot="10800000">
              <a:off x="2448404" y="2794214"/>
              <a:ext cx="3805885" cy="8513789"/>
              <a:chOff x="0" y="0"/>
              <a:chExt cx="660400" cy="1477319"/>
            </a:xfrm>
          </p:grpSpPr>
          <p:sp>
            <p:nvSpPr>
              <p:cNvPr id="238" name="Google Shape;238;p17"/>
              <p:cNvSpPr/>
              <p:nvPr/>
            </p:nvSpPr>
            <p:spPr>
              <a:xfrm>
                <a:off x="0" y="0"/>
                <a:ext cx="660400" cy="1477319"/>
              </a:xfrm>
              <a:custGeom>
                <a:rect b="b" l="l" r="r" t="t"/>
                <a:pathLst>
                  <a:path extrusionOk="0" h="1477319" w="660400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7DBF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17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0" name="Google Shape;240;p17"/>
            <p:cNvGrpSpPr/>
            <p:nvPr/>
          </p:nvGrpSpPr>
          <p:grpSpPr>
            <a:xfrm rot="10800000">
              <a:off x="2930052" y="3421392"/>
              <a:ext cx="2842560" cy="7318971"/>
              <a:chOff x="0" y="0"/>
              <a:chExt cx="660400" cy="1700386"/>
            </a:xfrm>
          </p:grpSpPr>
          <p:sp>
            <p:nvSpPr>
              <p:cNvPr id="241" name="Google Shape;241;p17"/>
              <p:cNvSpPr/>
              <p:nvPr/>
            </p:nvSpPr>
            <p:spPr>
              <a:xfrm>
                <a:off x="0" y="0"/>
                <a:ext cx="660400" cy="1700386"/>
              </a:xfrm>
              <a:custGeom>
                <a:rect b="b" l="l" r="r" t="t"/>
                <a:pathLst>
                  <a:path extrusionOk="0" h="1700386" w="660400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7DBF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17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3" name="Google Shape;243;p17"/>
          <p:cNvGrpSpPr/>
          <p:nvPr/>
        </p:nvGrpSpPr>
        <p:grpSpPr>
          <a:xfrm rot="10800000">
            <a:off x="-3774272" y="7182334"/>
            <a:ext cx="6526997" cy="10619021"/>
            <a:chOff x="0" y="0"/>
            <a:chExt cx="660400" cy="1074430"/>
          </a:xfrm>
        </p:grpSpPr>
        <p:sp>
          <p:nvSpPr>
            <p:cNvPr id="244" name="Google Shape;244;p17"/>
            <p:cNvSpPr/>
            <p:nvPr/>
          </p:nvSpPr>
          <p:spPr>
            <a:xfrm>
              <a:off x="0" y="0"/>
              <a:ext cx="660400" cy="1074430"/>
            </a:xfrm>
            <a:custGeom>
              <a:rect b="b" l="l" r="r" t="t"/>
              <a:pathLst>
                <a:path extrusionOk="0" h="1074430" w="660400">
                  <a:moveTo>
                    <a:pt x="220252" y="1055361"/>
                  </a:moveTo>
                  <a:cubicBezTo>
                    <a:pt x="254109" y="1066875"/>
                    <a:pt x="292600" y="1074430"/>
                    <a:pt x="330378" y="1074430"/>
                  </a:cubicBezTo>
                  <a:cubicBezTo>
                    <a:pt x="368157" y="1074430"/>
                    <a:pt x="404509" y="1067953"/>
                    <a:pt x="438009" y="1056439"/>
                  </a:cubicBezTo>
                  <a:cubicBezTo>
                    <a:pt x="438723" y="1056080"/>
                    <a:pt x="439435" y="1056080"/>
                    <a:pt x="440148" y="1055720"/>
                  </a:cubicBezTo>
                  <a:cubicBezTo>
                    <a:pt x="565955" y="1009665"/>
                    <a:pt x="658618" y="888051"/>
                    <a:pt x="660400" y="74011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39567"/>
                  </a:lnTo>
                  <a:cubicBezTo>
                    <a:pt x="1782" y="888770"/>
                    <a:pt x="93019" y="1010385"/>
                    <a:pt x="220252" y="1055361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7DBF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7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6" name="Google Shape;246;p17"/>
          <p:cNvGrpSpPr/>
          <p:nvPr/>
        </p:nvGrpSpPr>
        <p:grpSpPr>
          <a:xfrm rot="10800000">
            <a:off x="-3337366" y="7621049"/>
            <a:ext cx="5653156" cy="9624190"/>
            <a:chOff x="0" y="0"/>
            <a:chExt cx="660400" cy="1124295"/>
          </a:xfrm>
        </p:grpSpPr>
        <p:sp>
          <p:nvSpPr>
            <p:cNvPr id="247" name="Google Shape;247;p17"/>
            <p:cNvSpPr/>
            <p:nvPr/>
          </p:nvSpPr>
          <p:spPr>
            <a:xfrm>
              <a:off x="0" y="0"/>
              <a:ext cx="660400" cy="1124295"/>
            </a:xfrm>
            <a:custGeom>
              <a:rect b="b" l="l" r="r" t="t"/>
              <a:pathLst>
                <a:path extrusionOk="0" h="1124295" w="660400">
                  <a:moveTo>
                    <a:pt x="220252" y="1105226"/>
                  </a:moveTo>
                  <a:cubicBezTo>
                    <a:pt x="254109" y="1116739"/>
                    <a:pt x="292600" y="1124295"/>
                    <a:pt x="330378" y="1124295"/>
                  </a:cubicBezTo>
                  <a:cubicBezTo>
                    <a:pt x="368157" y="1124295"/>
                    <a:pt x="404509" y="1117818"/>
                    <a:pt x="438009" y="1106304"/>
                  </a:cubicBezTo>
                  <a:cubicBezTo>
                    <a:pt x="438723" y="1105945"/>
                    <a:pt x="439435" y="1105945"/>
                    <a:pt x="440148" y="1105585"/>
                  </a:cubicBezTo>
                  <a:cubicBezTo>
                    <a:pt x="565955" y="1059530"/>
                    <a:pt x="658618" y="937916"/>
                    <a:pt x="660400" y="78887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88288"/>
                  </a:lnTo>
                  <a:cubicBezTo>
                    <a:pt x="1782" y="938635"/>
                    <a:pt x="93019" y="1060250"/>
                    <a:pt x="220252" y="1105226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7DBF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7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p17"/>
          <p:cNvGrpSpPr/>
          <p:nvPr/>
        </p:nvGrpSpPr>
        <p:grpSpPr>
          <a:xfrm rot="10800000">
            <a:off x="-2849520" y="8164496"/>
            <a:ext cx="4677481" cy="8468691"/>
            <a:chOff x="0" y="0"/>
            <a:chExt cx="660400" cy="1195670"/>
          </a:xfrm>
        </p:grpSpPr>
        <p:sp>
          <p:nvSpPr>
            <p:cNvPr id="250" name="Google Shape;250;p17"/>
            <p:cNvSpPr/>
            <p:nvPr/>
          </p:nvSpPr>
          <p:spPr>
            <a:xfrm>
              <a:off x="0" y="0"/>
              <a:ext cx="660400" cy="1195670"/>
            </a:xfrm>
            <a:custGeom>
              <a:rect b="b" l="l" r="r" t="t"/>
              <a:pathLst>
                <a:path extrusionOk="0" h="1195670" w="660400">
                  <a:moveTo>
                    <a:pt x="220252" y="1176601"/>
                  </a:moveTo>
                  <a:cubicBezTo>
                    <a:pt x="254109" y="1188114"/>
                    <a:pt x="292600" y="1195670"/>
                    <a:pt x="330378" y="1195670"/>
                  </a:cubicBezTo>
                  <a:cubicBezTo>
                    <a:pt x="368157" y="1195670"/>
                    <a:pt x="404509" y="1189193"/>
                    <a:pt x="438009" y="1177679"/>
                  </a:cubicBezTo>
                  <a:cubicBezTo>
                    <a:pt x="438723" y="1177320"/>
                    <a:pt x="439435" y="1177320"/>
                    <a:pt x="440148" y="1176960"/>
                  </a:cubicBezTo>
                  <a:cubicBezTo>
                    <a:pt x="565955" y="1130905"/>
                    <a:pt x="658618" y="1009291"/>
                    <a:pt x="660400" y="858663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858026"/>
                  </a:lnTo>
                  <a:cubicBezTo>
                    <a:pt x="1782" y="1010010"/>
                    <a:pt x="93019" y="1131625"/>
                    <a:pt x="220252" y="1176601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7DBF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7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2" name="Google Shape;252;p17"/>
          <p:cNvGrpSpPr/>
          <p:nvPr/>
        </p:nvGrpSpPr>
        <p:grpSpPr>
          <a:xfrm rot="10800000">
            <a:off x="-2354222" y="8737513"/>
            <a:ext cx="3686881" cy="7322657"/>
            <a:chOff x="0" y="0"/>
            <a:chExt cx="660400" cy="1311646"/>
          </a:xfrm>
        </p:grpSpPr>
        <p:sp>
          <p:nvSpPr>
            <p:cNvPr id="253" name="Google Shape;253;p17"/>
            <p:cNvSpPr/>
            <p:nvPr/>
          </p:nvSpPr>
          <p:spPr>
            <a:xfrm>
              <a:off x="0" y="0"/>
              <a:ext cx="660400" cy="1311646"/>
            </a:xfrm>
            <a:custGeom>
              <a:rect b="b" l="l" r="r" t="t"/>
              <a:pathLst>
                <a:path extrusionOk="0" h="1311646" w="660400">
                  <a:moveTo>
                    <a:pt x="220252" y="1292577"/>
                  </a:moveTo>
                  <a:cubicBezTo>
                    <a:pt x="254109" y="1304091"/>
                    <a:pt x="292600" y="1311646"/>
                    <a:pt x="330378" y="1311646"/>
                  </a:cubicBezTo>
                  <a:cubicBezTo>
                    <a:pt x="368157" y="1311646"/>
                    <a:pt x="404509" y="1305169"/>
                    <a:pt x="438009" y="1293656"/>
                  </a:cubicBezTo>
                  <a:cubicBezTo>
                    <a:pt x="438723" y="1293296"/>
                    <a:pt x="439435" y="1293296"/>
                    <a:pt x="440148" y="1292937"/>
                  </a:cubicBezTo>
                  <a:cubicBezTo>
                    <a:pt x="565955" y="1246881"/>
                    <a:pt x="658618" y="1125267"/>
                    <a:pt x="660400" y="97206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971342"/>
                  </a:lnTo>
                  <a:cubicBezTo>
                    <a:pt x="1782" y="1125986"/>
                    <a:pt x="93019" y="1247601"/>
                    <a:pt x="220252" y="1292577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7DBF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7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5" name="Google Shape;255;p17"/>
          <p:cNvGrpSpPr/>
          <p:nvPr/>
        </p:nvGrpSpPr>
        <p:grpSpPr>
          <a:xfrm rot="10800000">
            <a:off x="-1938023" y="9277886"/>
            <a:ext cx="2854447" cy="6385416"/>
            <a:chOff x="0" y="0"/>
            <a:chExt cx="660400" cy="1477319"/>
          </a:xfrm>
        </p:grpSpPr>
        <p:sp>
          <p:nvSpPr>
            <p:cNvPr id="256" name="Google Shape;256;p17"/>
            <p:cNvSpPr/>
            <p:nvPr/>
          </p:nvSpPr>
          <p:spPr>
            <a:xfrm>
              <a:off x="0" y="0"/>
              <a:ext cx="660400" cy="1477319"/>
            </a:xfrm>
            <a:custGeom>
              <a:rect b="b" l="l" r="r" t="t"/>
              <a:pathLst>
                <a:path extrusionOk="0" h="1477319" w="660400">
                  <a:moveTo>
                    <a:pt x="220252" y="1458250"/>
                  </a:moveTo>
                  <a:cubicBezTo>
                    <a:pt x="254109" y="1469763"/>
                    <a:pt x="292600" y="1477319"/>
                    <a:pt x="330378" y="1477319"/>
                  </a:cubicBezTo>
                  <a:cubicBezTo>
                    <a:pt x="368157" y="1477319"/>
                    <a:pt x="404509" y="1470842"/>
                    <a:pt x="438009" y="1459328"/>
                  </a:cubicBezTo>
                  <a:cubicBezTo>
                    <a:pt x="438723" y="1458968"/>
                    <a:pt x="439435" y="1458968"/>
                    <a:pt x="440148" y="1458609"/>
                  </a:cubicBezTo>
                  <a:cubicBezTo>
                    <a:pt x="565955" y="1412554"/>
                    <a:pt x="658618" y="1290940"/>
                    <a:pt x="660400" y="1134056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133214"/>
                  </a:lnTo>
                  <a:cubicBezTo>
                    <a:pt x="1782" y="1291659"/>
                    <a:pt x="93019" y="1413274"/>
                    <a:pt x="220252" y="145825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7DBF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7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8" name="Google Shape;258;p17"/>
          <p:cNvGrpSpPr/>
          <p:nvPr/>
        </p:nvGrpSpPr>
        <p:grpSpPr>
          <a:xfrm rot="10800000">
            <a:off x="-1576736" y="9748386"/>
            <a:ext cx="2131903" cy="5489186"/>
            <a:chOff x="0" y="0"/>
            <a:chExt cx="660400" cy="1700386"/>
          </a:xfrm>
        </p:grpSpPr>
        <p:sp>
          <p:nvSpPr>
            <p:cNvPr id="259" name="Google Shape;259;p17"/>
            <p:cNvSpPr/>
            <p:nvPr/>
          </p:nvSpPr>
          <p:spPr>
            <a:xfrm>
              <a:off x="0" y="0"/>
              <a:ext cx="660400" cy="1700386"/>
            </a:xfrm>
            <a:custGeom>
              <a:rect b="b" l="l" r="r" t="t"/>
              <a:pathLst>
                <a:path extrusionOk="0" h="1700386" w="660400">
                  <a:moveTo>
                    <a:pt x="220252" y="1681317"/>
                  </a:moveTo>
                  <a:cubicBezTo>
                    <a:pt x="254109" y="1692831"/>
                    <a:pt x="292600" y="1700386"/>
                    <a:pt x="330378" y="1700386"/>
                  </a:cubicBezTo>
                  <a:cubicBezTo>
                    <a:pt x="368157" y="1700386"/>
                    <a:pt x="404509" y="1693909"/>
                    <a:pt x="438009" y="1682396"/>
                  </a:cubicBezTo>
                  <a:cubicBezTo>
                    <a:pt x="438723" y="1682036"/>
                    <a:pt x="439435" y="1682036"/>
                    <a:pt x="440148" y="1681677"/>
                  </a:cubicBezTo>
                  <a:cubicBezTo>
                    <a:pt x="565955" y="1635621"/>
                    <a:pt x="658618" y="1514007"/>
                    <a:pt x="660400" y="1352169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351165"/>
                  </a:lnTo>
                  <a:cubicBezTo>
                    <a:pt x="1782" y="1514726"/>
                    <a:pt x="93019" y="1636342"/>
                    <a:pt x="220252" y="1681317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7DBF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7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"/>
          <p:cNvSpPr txBox="1"/>
          <p:nvPr>
            <p:ph type="title"/>
          </p:nvPr>
        </p:nvSpPr>
        <p:spPr>
          <a:xfrm>
            <a:off x="976025" y="988025"/>
            <a:ext cx="14004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63" name="Google Shape;263;p18"/>
          <p:cNvGrpSpPr/>
          <p:nvPr/>
        </p:nvGrpSpPr>
        <p:grpSpPr>
          <a:xfrm rot="10786707">
            <a:off x="15095529" y="-7266473"/>
            <a:ext cx="6527063" cy="10619128"/>
            <a:chOff x="5" y="9"/>
            <a:chExt cx="8702685" cy="14158731"/>
          </a:xfrm>
        </p:grpSpPr>
        <p:grpSp>
          <p:nvGrpSpPr>
            <p:cNvPr id="264" name="Google Shape;264;p18"/>
            <p:cNvGrpSpPr/>
            <p:nvPr/>
          </p:nvGrpSpPr>
          <p:grpSpPr>
            <a:xfrm rot="10800000">
              <a:off x="5" y="9"/>
              <a:ext cx="8702685" cy="14158731"/>
              <a:chOff x="0" y="0"/>
              <a:chExt cx="660400" cy="1074430"/>
            </a:xfrm>
          </p:grpSpPr>
          <p:sp>
            <p:nvSpPr>
              <p:cNvPr id="265" name="Google Shape;265;p18"/>
              <p:cNvSpPr/>
              <p:nvPr/>
            </p:nvSpPr>
            <p:spPr>
              <a:xfrm>
                <a:off x="0" y="0"/>
                <a:ext cx="660400" cy="1074430"/>
              </a:xfrm>
              <a:custGeom>
                <a:rect b="b" l="l" r="r" t="t"/>
                <a:pathLst>
                  <a:path extrusionOk="0" h="1074430" w="66040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7DBF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18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7" name="Google Shape;267;p18"/>
            <p:cNvGrpSpPr/>
            <p:nvPr/>
          </p:nvGrpSpPr>
          <p:grpSpPr>
            <a:xfrm rot="10800000">
              <a:off x="582569" y="585000"/>
              <a:ext cx="7537541" cy="12832253"/>
              <a:chOff x="0" y="0"/>
              <a:chExt cx="660400" cy="1124295"/>
            </a:xfrm>
          </p:grpSpPr>
          <p:sp>
            <p:nvSpPr>
              <p:cNvPr id="268" name="Google Shape;268;p18"/>
              <p:cNvSpPr/>
              <p:nvPr/>
            </p:nvSpPr>
            <p:spPr>
              <a:xfrm>
                <a:off x="0" y="0"/>
                <a:ext cx="660400" cy="1124295"/>
              </a:xfrm>
              <a:custGeom>
                <a:rect b="b" l="l" r="r" t="t"/>
                <a:pathLst>
                  <a:path extrusionOk="0" h="1124295" w="660400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7DBF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18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0" name="Google Shape;270;p18"/>
            <p:cNvGrpSpPr/>
            <p:nvPr/>
          </p:nvGrpSpPr>
          <p:grpSpPr>
            <a:xfrm rot="10800000">
              <a:off x="1233052" y="1309633"/>
              <a:ext cx="6236619" cy="11291549"/>
              <a:chOff x="0" y="0"/>
              <a:chExt cx="660400" cy="1195670"/>
            </a:xfrm>
          </p:grpSpPr>
          <p:sp>
            <p:nvSpPr>
              <p:cNvPr id="271" name="Google Shape;271;p18"/>
              <p:cNvSpPr/>
              <p:nvPr/>
            </p:nvSpPr>
            <p:spPr>
              <a:xfrm>
                <a:off x="0" y="0"/>
                <a:ext cx="660400" cy="1195670"/>
              </a:xfrm>
              <a:custGeom>
                <a:rect b="b" l="l" r="r" t="t"/>
                <a:pathLst>
                  <a:path extrusionOk="0" h="1195670" w="66040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7DBF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18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3" name="Google Shape;273;p18"/>
            <p:cNvGrpSpPr/>
            <p:nvPr/>
          </p:nvGrpSpPr>
          <p:grpSpPr>
            <a:xfrm rot="10800000">
              <a:off x="1893450" y="2171675"/>
              <a:ext cx="4915819" cy="9763499"/>
              <a:chOff x="0" y="0"/>
              <a:chExt cx="660400" cy="1311646"/>
            </a:xfrm>
          </p:grpSpPr>
          <p:sp>
            <p:nvSpPr>
              <p:cNvPr id="274" name="Google Shape;274;p18"/>
              <p:cNvSpPr/>
              <p:nvPr/>
            </p:nvSpPr>
            <p:spPr>
              <a:xfrm>
                <a:off x="0" y="0"/>
                <a:ext cx="660400" cy="1311646"/>
              </a:xfrm>
              <a:custGeom>
                <a:rect b="b" l="l" r="r" t="t"/>
                <a:pathLst>
                  <a:path extrusionOk="0" h="1311646" w="660400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7DBF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18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6" name="Google Shape;276;p18"/>
            <p:cNvGrpSpPr/>
            <p:nvPr/>
          </p:nvGrpSpPr>
          <p:grpSpPr>
            <a:xfrm rot="10800000">
              <a:off x="2448404" y="2794214"/>
              <a:ext cx="3805885" cy="8513789"/>
              <a:chOff x="0" y="0"/>
              <a:chExt cx="660400" cy="1477319"/>
            </a:xfrm>
          </p:grpSpPr>
          <p:sp>
            <p:nvSpPr>
              <p:cNvPr id="277" name="Google Shape;277;p18"/>
              <p:cNvSpPr/>
              <p:nvPr/>
            </p:nvSpPr>
            <p:spPr>
              <a:xfrm>
                <a:off x="0" y="0"/>
                <a:ext cx="660400" cy="1477319"/>
              </a:xfrm>
              <a:custGeom>
                <a:rect b="b" l="l" r="r" t="t"/>
                <a:pathLst>
                  <a:path extrusionOk="0" h="1477319" w="660400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7DBF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18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9" name="Google Shape;279;p18"/>
            <p:cNvGrpSpPr/>
            <p:nvPr/>
          </p:nvGrpSpPr>
          <p:grpSpPr>
            <a:xfrm rot="10800000">
              <a:off x="2930052" y="3421392"/>
              <a:ext cx="2842560" cy="7318971"/>
              <a:chOff x="0" y="0"/>
              <a:chExt cx="660400" cy="1700386"/>
            </a:xfrm>
          </p:grpSpPr>
          <p:sp>
            <p:nvSpPr>
              <p:cNvPr id="280" name="Google Shape;280;p18"/>
              <p:cNvSpPr/>
              <p:nvPr/>
            </p:nvSpPr>
            <p:spPr>
              <a:xfrm>
                <a:off x="0" y="0"/>
                <a:ext cx="660400" cy="1700386"/>
              </a:xfrm>
              <a:custGeom>
                <a:rect b="b" l="l" r="r" t="t"/>
                <a:pathLst>
                  <a:path extrusionOk="0" h="1700386" w="660400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7DBF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18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2" name="Google Shape;282;p18"/>
          <p:cNvGrpSpPr/>
          <p:nvPr/>
        </p:nvGrpSpPr>
        <p:grpSpPr>
          <a:xfrm rot="10800000">
            <a:off x="-3774272" y="7182334"/>
            <a:ext cx="6526997" cy="10619021"/>
            <a:chOff x="0" y="0"/>
            <a:chExt cx="660400" cy="1074430"/>
          </a:xfrm>
        </p:grpSpPr>
        <p:sp>
          <p:nvSpPr>
            <p:cNvPr id="283" name="Google Shape;283;p18"/>
            <p:cNvSpPr/>
            <p:nvPr/>
          </p:nvSpPr>
          <p:spPr>
            <a:xfrm>
              <a:off x="0" y="0"/>
              <a:ext cx="660400" cy="1074430"/>
            </a:xfrm>
            <a:custGeom>
              <a:rect b="b" l="l" r="r" t="t"/>
              <a:pathLst>
                <a:path extrusionOk="0" h="1074430" w="660400">
                  <a:moveTo>
                    <a:pt x="220252" y="1055361"/>
                  </a:moveTo>
                  <a:cubicBezTo>
                    <a:pt x="254109" y="1066875"/>
                    <a:pt x="292600" y="1074430"/>
                    <a:pt x="330378" y="1074430"/>
                  </a:cubicBezTo>
                  <a:cubicBezTo>
                    <a:pt x="368157" y="1074430"/>
                    <a:pt x="404509" y="1067953"/>
                    <a:pt x="438009" y="1056439"/>
                  </a:cubicBezTo>
                  <a:cubicBezTo>
                    <a:pt x="438723" y="1056080"/>
                    <a:pt x="439435" y="1056080"/>
                    <a:pt x="440148" y="1055720"/>
                  </a:cubicBezTo>
                  <a:cubicBezTo>
                    <a:pt x="565955" y="1009665"/>
                    <a:pt x="658618" y="888051"/>
                    <a:pt x="660400" y="74011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39567"/>
                  </a:lnTo>
                  <a:cubicBezTo>
                    <a:pt x="1782" y="888770"/>
                    <a:pt x="93019" y="1010385"/>
                    <a:pt x="220252" y="1055361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7DBF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18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5" name="Google Shape;285;p18"/>
          <p:cNvGrpSpPr/>
          <p:nvPr/>
        </p:nvGrpSpPr>
        <p:grpSpPr>
          <a:xfrm rot="10800000">
            <a:off x="-3337366" y="7621049"/>
            <a:ext cx="5653156" cy="9624190"/>
            <a:chOff x="0" y="0"/>
            <a:chExt cx="660400" cy="1124295"/>
          </a:xfrm>
        </p:grpSpPr>
        <p:sp>
          <p:nvSpPr>
            <p:cNvPr id="286" name="Google Shape;286;p18"/>
            <p:cNvSpPr/>
            <p:nvPr/>
          </p:nvSpPr>
          <p:spPr>
            <a:xfrm>
              <a:off x="0" y="0"/>
              <a:ext cx="660400" cy="1124295"/>
            </a:xfrm>
            <a:custGeom>
              <a:rect b="b" l="l" r="r" t="t"/>
              <a:pathLst>
                <a:path extrusionOk="0" h="1124295" w="660400">
                  <a:moveTo>
                    <a:pt x="220252" y="1105226"/>
                  </a:moveTo>
                  <a:cubicBezTo>
                    <a:pt x="254109" y="1116739"/>
                    <a:pt x="292600" y="1124295"/>
                    <a:pt x="330378" y="1124295"/>
                  </a:cubicBezTo>
                  <a:cubicBezTo>
                    <a:pt x="368157" y="1124295"/>
                    <a:pt x="404509" y="1117818"/>
                    <a:pt x="438009" y="1106304"/>
                  </a:cubicBezTo>
                  <a:cubicBezTo>
                    <a:pt x="438723" y="1105945"/>
                    <a:pt x="439435" y="1105945"/>
                    <a:pt x="440148" y="1105585"/>
                  </a:cubicBezTo>
                  <a:cubicBezTo>
                    <a:pt x="565955" y="1059530"/>
                    <a:pt x="658618" y="937916"/>
                    <a:pt x="660400" y="78887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88288"/>
                  </a:lnTo>
                  <a:cubicBezTo>
                    <a:pt x="1782" y="938635"/>
                    <a:pt x="93019" y="1060250"/>
                    <a:pt x="220252" y="1105226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7DBF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18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8" name="Google Shape;288;p18"/>
          <p:cNvGrpSpPr/>
          <p:nvPr/>
        </p:nvGrpSpPr>
        <p:grpSpPr>
          <a:xfrm rot="10800000">
            <a:off x="-2849520" y="8164496"/>
            <a:ext cx="4677481" cy="8468691"/>
            <a:chOff x="0" y="0"/>
            <a:chExt cx="660400" cy="1195670"/>
          </a:xfrm>
        </p:grpSpPr>
        <p:sp>
          <p:nvSpPr>
            <p:cNvPr id="289" name="Google Shape;289;p18"/>
            <p:cNvSpPr/>
            <p:nvPr/>
          </p:nvSpPr>
          <p:spPr>
            <a:xfrm>
              <a:off x="0" y="0"/>
              <a:ext cx="660400" cy="1195670"/>
            </a:xfrm>
            <a:custGeom>
              <a:rect b="b" l="l" r="r" t="t"/>
              <a:pathLst>
                <a:path extrusionOk="0" h="1195670" w="660400">
                  <a:moveTo>
                    <a:pt x="220252" y="1176601"/>
                  </a:moveTo>
                  <a:cubicBezTo>
                    <a:pt x="254109" y="1188114"/>
                    <a:pt x="292600" y="1195670"/>
                    <a:pt x="330378" y="1195670"/>
                  </a:cubicBezTo>
                  <a:cubicBezTo>
                    <a:pt x="368157" y="1195670"/>
                    <a:pt x="404509" y="1189193"/>
                    <a:pt x="438009" y="1177679"/>
                  </a:cubicBezTo>
                  <a:cubicBezTo>
                    <a:pt x="438723" y="1177320"/>
                    <a:pt x="439435" y="1177320"/>
                    <a:pt x="440148" y="1176960"/>
                  </a:cubicBezTo>
                  <a:cubicBezTo>
                    <a:pt x="565955" y="1130905"/>
                    <a:pt x="658618" y="1009291"/>
                    <a:pt x="660400" y="858663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858026"/>
                  </a:lnTo>
                  <a:cubicBezTo>
                    <a:pt x="1782" y="1010010"/>
                    <a:pt x="93019" y="1131625"/>
                    <a:pt x="220252" y="1176601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7DBF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8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1" name="Google Shape;291;p18"/>
          <p:cNvGrpSpPr/>
          <p:nvPr/>
        </p:nvGrpSpPr>
        <p:grpSpPr>
          <a:xfrm rot="10800000">
            <a:off x="-2354222" y="8737513"/>
            <a:ext cx="3686881" cy="7322657"/>
            <a:chOff x="0" y="0"/>
            <a:chExt cx="660400" cy="1311646"/>
          </a:xfrm>
        </p:grpSpPr>
        <p:sp>
          <p:nvSpPr>
            <p:cNvPr id="292" name="Google Shape;292;p18"/>
            <p:cNvSpPr/>
            <p:nvPr/>
          </p:nvSpPr>
          <p:spPr>
            <a:xfrm>
              <a:off x="0" y="0"/>
              <a:ext cx="660400" cy="1311646"/>
            </a:xfrm>
            <a:custGeom>
              <a:rect b="b" l="l" r="r" t="t"/>
              <a:pathLst>
                <a:path extrusionOk="0" h="1311646" w="660400">
                  <a:moveTo>
                    <a:pt x="220252" y="1292577"/>
                  </a:moveTo>
                  <a:cubicBezTo>
                    <a:pt x="254109" y="1304091"/>
                    <a:pt x="292600" y="1311646"/>
                    <a:pt x="330378" y="1311646"/>
                  </a:cubicBezTo>
                  <a:cubicBezTo>
                    <a:pt x="368157" y="1311646"/>
                    <a:pt x="404509" y="1305169"/>
                    <a:pt x="438009" y="1293656"/>
                  </a:cubicBezTo>
                  <a:cubicBezTo>
                    <a:pt x="438723" y="1293296"/>
                    <a:pt x="439435" y="1293296"/>
                    <a:pt x="440148" y="1292937"/>
                  </a:cubicBezTo>
                  <a:cubicBezTo>
                    <a:pt x="565955" y="1246881"/>
                    <a:pt x="658618" y="1125267"/>
                    <a:pt x="660400" y="97206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971342"/>
                  </a:lnTo>
                  <a:cubicBezTo>
                    <a:pt x="1782" y="1125986"/>
                    <a:pt x="93019" y="1247601"/>
                    <a:pt x="220252" y="1292577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7DBF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18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4" name="Google Shape;294;p18"/>
          <p:cNvGrpSpPr/>
          <p:nvPr/>
        </p:nvGrpSpPr>
        <p:grpSpPr>
          <a:xfrm rot="10800000">
            <a:off x="-1938023" y="9277886"/>
            <a:ext cx="2854447" cy="6385416"/>
            <a:chOff x="0" y="0"/>
            <a:chExt cx="660400" cy="1477319"/>
          </a:xfrm>
        </p:grpSpPr>
        <p:sp>
          <p:nvSpPr>
            <p:cNvPr id="295" name="Google Shape;295;p18"/>
            <p:cNvSpPr/>
            <p:nvPr/>
          </p:nvSpPr>
          <p:spPr>
            <a:xfrm>
              <a:off x="0" y="0"/>
              <a:ext cx="660400" cy="1477319"/>
            </a:xfrm>
            <a:custGeom>
              <a:rect b="b" l="l" r="r" t="t"/>
              <a:pathLst>
                <a:path extrusionOk="0" h="1477319" w="660400">
                  <a:moveTo>
                    <a:pt x="220252" y="1458250"/>
                  </a:moveTo>
                  <a:cubicBezTo>
                    <a:pt x="254109" y="1469763"/>
                    <a:pt x="292600" y="1477319"/>
                    <a:pt x="330378" y="1477319"/>
                  </a:cubicBezTo>
                  <a:cubicBezTo>
                    <a:pt x="368157" y="1477319"/>
                    <a:pt x="404509" y="1470842"/>
                    <a:pt x="438009" y="1459328"/>
                  </a:cubicBezTo>
                  <a:cubicBezTo>
                    <a:pt x="438723" y="1458968"/>
                    <a:pt x="439435" y="1458968"/>
                    <a:pt x="440148" y="1458609"/>
                  </a:cubicBezTo>
                  <a:cubicBezTo>
                    <a:pt x="565955" y="1412554"/>
                    <a:pt x="658618" y="1290940"/>
                    <a:pt x="660400" y="1134056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133214"/>
                  </a:lnTo>
                  <a:cubicBezTo>
                    <a:pt x="1782" y="1291659"/>
                    <a:pt x="93019" y="1413274"/>
                    <a:pt x="220252" y="145825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7DBF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18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7" name="Google Shape;297;p18"/>
          <p:cNvGrpSpPr/>
          <p:nvPr/>
        </p:nvGrpSpPr>
        <p:grpSpPr>
          <a:xfrm rot="10800000">
            <a:off x="-1576736" y="9748386"/>
            <a:ext cx="2131903" cy="5489186"/>
            <a:chOff x="0" y="0"/>
            <a:chExt cx="660400" cy="1700386"/>
          </a:xfrm>
        </p:grpSpPr>
        <p:sp>
          <p:nvSpPr>
            <p:cNvPr id="298" name="Google Shape;298;p18"/>
            <p:cNvSpPr/>
            <p:nvPr/>
          </p:nvSpPr>
          <p:spPr>
            <a:xfrm>
              <a:off x="0" y="0"/>
              <a:ext cx="660400" cy="1700386"/>
            </a:xfrm>
            <a:custGeom>
              <a:rect b="b" l="l" r="r" t="t"/>
              <a:pathLst>
                <a:path extrusionOk="0" h="1700386" w="660400">
                  <a:moveTo>
                    <a:pt x="220252" y="1681317"/>
                  </a:moveTo>
                  <a:cubicBezTo>
                    <a:pt x="254109" y="1692831"/>
                    <a:pt x="292600" y="1700386"/>
                    <a:pt x="330378" y="1700386"/>
                  </a:cubicBezTo>
                  <a:cubicBezTo>
                    <a:pt x="368157" y="1700386"/>
                    <a:pt x="404509" y="1693909"/>
                    <a:pt x="438009" y="1682396"/>
                  </a:cubicBezTo>
                  <a:cubicBezTo>
                    <a:pt x="438723" y="1682036"/>
                    <a:pt x="439435" y="1682036"/>
                    <a:pt x="440148" y="1681677"/>
                  </a:cubicBezTo>
                  <a:cubicBezTo>
                    <a:pt x="565955" y="1635621"/>
                    <a:pt x="658618" y="1514007"/>
                    <a:pt x="660400" y="1352169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351165"/>
                  </a:lnTo>
                  <a:cubicBezTo>
                    <a:pt x="1782" y="1514726"/>
                    <a:pt x="93019" y="1636342"/>
                    <a:pt x="220252" y="1681317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7DBF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18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9"/>
          <p:cNvSpPr txBox="1"/>
          <p:nvPr>
            <p:ph type="title"/>
          </p:nvPr>
        </p:nvSpPr>
        <p:spPr>
          <a:xfrm>
            <a:off x="1217550" y="856725"/>
            <a:ext cx="158529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Font typeface="Calibri"/>
              <a:buNone/>
              <a:defRPr b="1" sz="7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19"/>
          <p:cNvSpPr txBox="1"/>
          <p:nvPr>
            <p:ph idx="1" type="body"/>
          </p:nvPr>
        </p:nvSpPr>
        <p:spPr>
          <a:xfrm>
            <a:off x="6006950" y="3353475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grpSp>
        <p:nvGrpSpPr>
          <p:cNvPr id="303" name="Google Shape;303;p19"/>
          <p:cNvGrpSpPr/>
          <p:nvPr/>
        </p:nvGrpSpPr>
        <p:grpSpPr>
          <a:xfrm rot="10786707">
            <a:off x="15095529" y="-7266473"/>
            <a:ext cx="6527063" cy="10619128"/>
            <a:chOff x="5" y="9"/>
            <a:chExt cx="8702685" cy="14158731"/>
          </a:xfrm>
        </p:grpSpPr>
        <p:grpSp>
          <p:nvGrpSpPr>
            <p:cNvPr id="304" name="Google Shape;304;p19"/>
            <p:cNvGrpSpPr/>
            <p:nvPr/>
          </p:nvGrpSpPr>
          <p:grpSpPr>
            <a:xfrm rot="10800000">
              <a:off x="5" y="9"/>
              <a:ext cx="8702685" cy="14158731"/>
              <a:chOff x="0" y="0"/>
              <a:chExt cx="660400" cy="1074430"/>
            </a:xfrm>
          </p:grpSpPr>
          <p:sp>
            <p:nvSpPr>
              <p:cNvPr id="305" name="Google Shape;305;p19"/>
              <p:cNvSpPr/>
              <p:nvPr/>
            </p:nvSpPr>
            <p:spPr>
              <a:xfrm>
                <a:off x="0" y="0"/>
                <a:ext cx="660400" cy="1074430"/>
              </a:xfrm>
              <a:custGeom>
                <a:rect b="b" l="l" r="r" t="t"/>
                <a:pathLst>
                  <a:path extrusionOk="0" h="1074430" w="66040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7DBF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19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7" name="Google Shape;307;p19"/>
            <p:cNvGrpSpPr/>
            <p:nvPr/>
          </p:nvGrpSpPr>
          <p:grpSpPr>
            <a:xfrm rot="10800000">
              <a:off x="582569" y="585000"/>
              <a:ext cx="7537541" cy="12832253"/>
              <a:chOff x="0" y="0"/>
              <a:chExt cx="660400" cy="1124295"/>
            </a:xfrm>
          </p:grpSpPr>
          <p:sp>
            <p:nvSpPr>
              <p:cNvPr id="308" name="Google Shape;308;p19"/>
              <p:cNvSpPr/>
              <p:nvPr/>
            </p:nvSpPr>
            <p:spPr>
              <a:xfrm>
                <a:off x="0" y="0"/>
                <a:ext cx="660400" cy="1124295"/>
              </a:xfrm>
              <a:custGeom>
                <a:rect b="b" l="l" r="r" t="t"/>
                <a:pathLst>
                  <a:path extrusionOk="0" h="1124295" w="660400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7DBF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19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0" name="Google Shape;310;p19"/>
            <p:cNvGrpSpPr/>
            <p:nvPr/>
          </p:nvGrpSpPr>
          <p:grpSpPr>
            <a:xfrm rot="10800000">
              <a:off x="1233052" y="1309633"/>
              <a:ext cx="6236619" cy="11291549"/>
              <a:chOff x="0" y="0"/>
              <a:chExt cx="660400" cy="1195670"/>
            </a:xfrm>
          </p:grpSpPr>
          <p:sp>
            <p:nvSpPr>
              <p:cNvPr id="311" name="Google Shape;311;p19"/>
              <p:cNvSpPr/>
              <p:nvPr/>
            </p:nvSpPr>
            <p:spPr>
              <a:xfrm>
                <a:off x="0" y="0"/>
                <a:ext cx="660400" cy="1195670"/>
              </a:xfrm>
              <a:custGeom>
                <a:rect b="b" l="l" r="r" t="t"/>
                <a:pathLst>
                  <a:path extrusionOk="0" h="1195670" w="66040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7DBF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19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3" name="Google Shape;313;p19"/>
            <p:cNvGrpSpPr/>
            <p:nvPr/>
          </p:nvGrpSpPr>
          <p:grpSpPr>
            <a:xfrm rot="10800000">
              <a:off x="1893450" y="2171675"/>
              <a:ext cx="4915819" cy="9763499"/>
              <a:chOff x="0" y="0"/>
              <a:chExt cx="660400" cy="1311646"/>
            </a:xfrm>
          </p:grpSpPr>
          <p:sp>
            <p:nvSpPr>
              <p:cNvPr id="314" name="Google Shape;314;p19"/>
              <p:cNvSpPr/>
              <p:nvPr/>
            </p:nvSpPr>
            <p:spPr>
              <a:xfrm>
                <a:off x="0" y="0"/>
                <a:ext cx="660400" cy="1311646"/>
              </a:xfrm>
              <a:custGeom>
                <a:rect b="b" l="l" r="r" t="t"/>
                <a:pathLst>
                  <a:path extrusionOk="0" h="1311646" w="660400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7DBF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19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6" name="Google Shape;316;p19"/>
            <p:cNvGrpSpPr/>
            <p:nvPr/>
          </p:nvGrpSpPr>
          <p:grpSpPr>
            <a:xfrm rot="10800000">
              <a:off x="2448404" y="2794214"/>
              <a:ext cx="3805885" cy="8513789"/>
              <a:chOff x="0" y="0"/>
              <a:chExt cx="660400" cy="1477319"/>
            </a:xfrm>
          </p:grpSpPr>
          <p:sp>
            <p:nvSpPr>
              <p:cNvPr id="317" name="Google Shape;317;p19"/>
              <p:cNvSpPr/>
              <p:nvPr/>
            </p:nvSpPr>
            <p:spPr>
              <a:xfrm>
                <a:off x="0" y="0"/>
                <a:ext cx="660400" cy="1477319"/>
              </a:xfrm>
              <a:custGeom>
                <a:rect b="b" l="l" r="r" t="t"/>
                <a:pathLst>
                  <a:path extrusionOk="0" h="1477319" w="660400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7DBF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19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9" name="Google Shape;319;p19"/>
            <p:cNvGrpSpPr/>
            <p:nvPr/>
          </p:nvGrpSpPr>
          <p:grpSpPr>
            <a:xfrm rot="10800000">
              <a:off x="2930052" y="3421392"/>
              <a:ext cx="2842560" cy="7318971"/>
              <a:chOff x="0" y="0"/>
              <a:chExt cx="660400" cy="1700386"/>
            </a:xfrm>
          </p:grpSpPr>
          <p:sp>
            <p:nvSpPr>
              <p:cNvPr id="320" name="Google Shape;320;p19"/>
              <p:cNvSpPr/>
              <p:nvPr/>
            </p:nvSpPr>
            <p:spPr>
              <a:xfrm>
                <a:off x="0" y="0"/>
                <a:ext cx="660400" cy="1700386"/>
              </a:xfrm>
              <a:custGeom>
                <a:rect b="b" l="l" r="r" t="t"/>
                <a:pathLst>
                  <a:path extrusionOk="0" h="1700386" w="660400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7DBF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19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2" name="Google Shape;322;p19"/>
          <p:cNvGrpSpPr/>
          <p:nvPr/>
        </p:nvGrpSpPr>
        <p:grpSpPr>
          <a:xfrm rot="10800000">
            <a:off x="-3774272" y="7182334"/>
            <a:ext cx="6526997" cy="10619021"/>
            <a:chOff x="0" y="0"/>
            <a:chExt cx="660400" cy="1074430"/>
          </a:xfrm>
        </p:grpSpPr>
        <p:sp>
          <p:nvSpPr>
            <p:cNvPr id="323" name="Google Shape;323;p19"/>
            <p:cNvSpPr/>
            <p:nvPr/>
          </p:nvSpPr>
          <p:spPr>
            <a:xfrm>
              <a:off x="0" y="0"/>
              <a:ext cx="660400" cy="1074430"/>
            </a:xfrm>
            <a:custGeom>
              <a:rect b="b" l="l" r="r" t="t"/>
              <a:pathLst>
                <a:path extrusionOk="0" h="1074430" w="660400">
                  <a:moveTo>
                    <a:pt x="220252" y="1055361"/>
                  </a:moveTo>
                  <a:cubicBezTo>
                    <a:pt x="254109" y="1066875"/>
                    <a:pt x="292600" y="1074430"/>
                    <a:pt x="330378" y="1074430"/>
                  </a:cubicBezTo>
                  <a:cubicBezTo>
                    <a:pt x="368157" y="1074430"/>
                    <a:pt x="404509" y="1067953"/>
                    <a:pt x="438009" y="1056439"/>
                  </a:cubicBezTo>
                  <a:cubicBezTo>
                    <a:pt x="438723" y="1056080"/>
                    <a:pt x="439435" y="1056080"/>
                    <a:pt x="440148" y="1055720"/>
                  </a:cubicBezTo>
                  <a:cubicBezTo>
                    <a:pt x="565955" y="1009665"/>
                    <a:pt x="658618" y="888051"/>
                    <a:pt x="660400" y="74011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39567"/>
                  </a:lnTo>
                  <a:cubicBezTo>
                    <a:pt x="1782" y="888770"/>
                    <a:pt x="93019" y="1010385"/>
                    <a:pt x="220252" y="1055361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7DBF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19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5" name="Google Shape;325;p19"/>
          <p:cNvGrpSpPr/>
          <p:nvPr/>
        </p:nvGrpSpPr>
        <p:grpSpPr>
          <a:xfrm rot="10800000">
            <a:off x="-3337366" y="7621049"/>
            <a:ext cx="5653156" cy="9624190"/>
            <a:chOff x="0" y="0"/>
            <a:chExt cx="660400" cy="1124295"/>
          </a:xfrm>
        </p:grpSpPr>
        <p:sp>
          <p:nvSpPr>
            <p:cNvPr id="326" name="Google Shape;326;p19"/>
            <p:cNvSpPr/>
            <p:nvPr/>
          </p:nvSpPr>
          <p:spPr>
            <a:xfrm>
              <a:off x="0" y="0"/>
              <a:ext cx="660400" cy="1124295"/>
            </a:xfrm>
            <a:custGeom>
              <a:rect b="b" l="l" r="r" t="t"/>
              <a:pathLst>
                <a:path extrusionOk="0" h="1124295" w="660400">
                  <a:moveTo>
                    <a:pt x="220252" y="1105226"/>
                  </a:moveTo>
                  <a:cubicBezTo>
                    <a:pt x="254109" y="1116739"/>
                    <a:pt x="292600" y="1124295"/>
                    <a:pt x="330378" y="1124295"/>
                  </a:cubicBezTo>
                  <a:cubicBezTo>
                    <a:pt x="368157" y="1124295"/>
                    <a:pt x="404509" y="1117818"/>
                    <a:pt x="438009" y="1106304"/>
                  </a:cubicBezTo>
                  <a:cubicBezTo>
                    <a:pt x="438723" y="1105945"/>
                    <a:pt x="439435" y="1105945"/>
                    <a:pt x="440148" y="1105585"/>
                  </a:cubicBezTo>
                  <a:cubicBezTo>
                    <a:pt x="565955" y="1059530"/>
                    <a:pt x="658618" y="937916"/>
                    <a:pt x="660400" y="78887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88288"/>
                  </a:lnTo>
                  <a:cubicBezTo>
                    <a:pt x="1782" y="938635"/>
                    <a:pt x="93019" y="1060250"/>
                    <a:pt x="220252" y="1105226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7DBF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9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8" name="Google Shape;328;p19"/>
          <p:cNvGrpSpPr/>
          <p:nvPr/>
        </p:nvGrpSpPr>
        <p:grpSpPr>
          <a:xfrm rot="10800000">
            <a:off x="-2849520" y="8164496"/>
            <a:ext cx="4677481" cy="8468691"/>
            <a:chOff x="0" y="0"/>
            <a:chExt cx="660400" cy="1195670"/>
          </a:xfrm>
        </p:grpSpPr>
        <p:sp>
          <p:nvSpPr>
            <p:cNvPr id="329" name="Google Shape;329;p19"/>
            <p:cNvSpPr/>
            <p:nvPr/>
          </p:nvSpPr>
          <p:spPr>
            <a:xfrm>
              <a:off x="0" y="0"/>
              <a:ext cx="660400" cy="1195670"/>
            </a:xfrm>
            <a:custGeom>
              <a:rect b="b" l="l" r="r" t="t"/>
              <a:pathLst>
                <a:path extrusionOk="0" h="1195670" w="660400">
                  <a:moveTo>
                    <a:pt x="220252" y="1176601"/>
                  </a:moveTo>
                  <a:cubicBezTo>
                    <a:pt x="254109" y="1188114"/>
                    <a:pt x="292600" y="1195670"/>
                    <a:pt x="330378" y="1195670"/>
                  </a:cubicBezTo>
                  <a:cubicBezTo>
                    <a:pt x="368157" y="1195670"/>
                    <a:pt x="404509" y="1189193"/>
                    <a:pt x="438009" y="1177679"/>
                  </a:cubicBezTo>
                  <a:cubicBezTo>
                    <a:pt x="438723" y="1177320"/>
                    <a:pt x="439435" y="1177320"/>
                    <a:pt x="440148" y="1176960"/>
                  </a:cubicBezTo>
                  <a:cubicBezTo>
                    <a:pt x="565955" y="1130905"/>
                    <a:pt x="658618" y="1009291"/>
                    <a:pt x="660400" y="858663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858026"/>
                  </a:lnTo>
                  <a:cubicBezTo>
                    <a:pt x="1782" y="1010010"/>
                    <a:pt x="93019" y="1131625"/>
                    <a:pt x="220252" y="1176601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7DBF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19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1" name="Google Shape;331;p19"/>
          <p:cNvGrpSpPr/>
          <p:nvPr/>
        </p:nvGrpSpPr>
        <p:grpSpPr>
          <a:xfrm rot="10800000">
            <a:off x="-2354222" y="8737513"/>
            <a:ext cx="3686881" cy="7322657"/>
            <a:chOff x="0" y="0"/>
            <a:chExt cx="660400" cy="1311646"/>
          </a:xfrm>
        </p:grpSpPr>
        <p:sp>
          <p:nvSpPr>
            <p:cNvPr id="332" name="Google Shape;332;p19"/>
            <p:cNvSpPr/>
            <p:nvPr/>
          </p:nvSpPr>
          <p:spPr>
            <a:xfrm>
              <a:off x="0" y="0"/>
              <a:ext cx="660400" cy="1311646"/>
            </a:xfrm>
            <a:custGeom>
              <a:rect b="b" l="l" r="r" t="t"/>
              <a:pathLst>
                <a:path extrusionOk="0" h="1311646" w="660400">
                  <a:moveTo>
                    <a:pt x="220252" y="1292577"/>
                  </a:moveTo>
                  <a:cubicBezTo>
                    <a:pt x="254109" y="1304091"/>
                    <a:pt x="292600" y="1311646"/>
                    <a:pt x="330378" y="1311646"/>
                  </a:cubicBezTo>
                  <a:cubicBezTo>
                    <a:pt x="368157" y="1311646"/>
                    <a:pt x="404509" y="1305169"/>
                    <a:pt x="438009" y="1293656"/>
                  </a:cubicBezTo>
                  <a:cubicBezTo>
                    <a:pt x="438723" y="1293296"/>
                    <a:pt x="439435" y="1293296"/>
                    <a:pt x="440148" y="1292937"/>
                  </a:cubicBezTo>
                  <a:cubicBezTo>
                    <a:pt x="565955" y="1246881"/>
                    <a:pt x="658618" y="1125267"/>
                    <a:pt x="660400" y="97206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971342"/>
                  </a:lnTo>
                  <a:cubicBezTo>
                    <a:pt x="1782" y="1125986"/>
                    <a:pt x="93019" y="1247601"/>
                    <a:pt x="220252" y="1292577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7DBF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19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4" name="Google Shape;334;p19"/>
          <p:cNvGrpSpPr/>
          <p:nvPr/>
        </p:nvGrpSpPr>
        <p:grpSpPr>
          <a:xfrm rot="10800000">
            <a:off x="-1938023" y="9277886"/>
            <a:ext cx="2854447" cy="6385416"/>
            <a:chOff x="0" y="0"/>
            <a:chExt cx="660400" cy="1477319"/>
          </a:xfrm>
        </p:grpSpPr>
        <p:sp>
          <p:nvSpPr>
            <p:cNvPr id="335" name="Google Shape;335;p19"/>
            <p:cNvSpPr/>
            <p:nvPr/>
          </p:nvSpPr>
          <p:spPr>
            <a:xfrm>
              <a:off x="0" y="0"/>
              <a:ext cx="660400" cy="1477319"/>
            </a:xfrm>
            <a:custGeom>
              <a:rect b="b" l="l" r="r" t="t"/>
              <a:pathLst>
                <a:path extrusionOk="0" h="1477319" w="660400">
                  <a:moveTo>
                    <a:pt x="220252" y="1458250"/>
                  </a:moveTo>
                  <a:cubicBezTo>
                    <a:pt x="254109" y="1469763"/>
                    <a:pt x="292600" y="1477319"/>
                    <a:pt x="330378" y="1477319"/>
                  </a:cubicBezTo>
                  <a:cubicBezTo>
                    <a:pt x="368157" y="1477319"/>
                    <a:pt x="404509" y="1470842"/>
                    <a:pt x="438009" y="1459328"/>
                  </a:cubicBezTo>
                  <a:cubicBezTo>
                    <a:pt x="438723" y="1458968"/>
                    <a:pt x="439435" y="1458968"/>
                    <a:pt x="440148" y="1458609"/>
                  </a:cubicBezTo>
                  <a:cubicBezTo>
                    <a:pt x="565955" y="1412554"/>
                    <a:pt x="658618" y="1290940"/>
                    <a:pt x="660400" y="1134056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133214"/>
                  </a:lnTo>
                  <a:cubicBezTo>
                    <a:pt x="1782" y="1291659"/>
                    <a:pt x="93019" y="1413274"/>
                    <a:pt x="220252" y="145825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7DBF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19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7" name="Google Shape;337;p19"/>
          <p:cNvGrpSpPr/>
          <p:nvPr/>
        </p:nvGrpSpPr>
        <p:grpSpPr>
          <a:xfrm rot="10800000">
            <a:off x="-1576736" y="9748386"/>
            <a:ext cx="2131903" cy="5489186"/>
            <a:chOff x="0" y="0"/>
            <a:chExt cx="660400" cy="1700386"/>
          </a:xfrm>
        </p:grpSpPr>
        <p:sp>
          <p:nvSpPr>
            <p:cNvPr id="338" name="Google Shape;338;p19"/>
            <p:cNvSpPr/>
            <p:nvPr/>
          </p:nvSpPr>
          <p:spPr>
            <a:xfrm>
              <a:off x="0" y="0"/>
              <a:ext cx="660400" cy="1700386"/>
            </a:xfrm>
            <a:custGeom>
              <a:rect b="b" l="l" r="r" t="t"/>
              <a:pathLst>
                <a:path extrusionOk="0" h="1700386" w="660400">
                  <a:moveTo>
                    <a:pt x="220252" y="1681317"/>
                  </a:moveTo>
                  <a:cubicBezTo>
                    <a:pt x="254109" y="1692831"/>
                    <a:pt x="292600" y="1700386"/>
                    <a:pt x="330378" y="1700386"/>
                  </a:cubicBezTo>
                  <a:cubicBezTo>
                    <a:pt x="368157" y="1700386"/>
                    <a:pt x="404509" y="1693909"/>
                    <a:pt x="438009" y="1682396"/>
                  </a:cubicBezTo>
                  <a:cubicBezTo>
                    <a:pt x="438723" y="1682036"/>
                    <a:pt x="439435" y="1682036"/>
                    <a:pt x="440148" y="1681677"/>
                  </a:cubicBezTo>
                  <a:cubicBezTo>
                    <a:pt x="565955" y="1635621"/>
                    <a:pt x="658618" y="1514007"/>
                    <a:pt x="660400" y="1352169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351165"/>
                  </a:lnTo>
                  <a:cubicBezTo>
                    <a:pt x="1782" y="1514726"/>
                    <a:pt x="93019" y="1636342"/>
                    <a:pt x="220252" y="1681317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7DBF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19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1" name="Google Shape;341;p20"/>
          <p:cNvGrpSpPr/>
          <p:nvPr/>
        </p:nvGrpSpPr>
        <p:grpSpPr>
          <a:xfrm>
            <a:off x="12048932" y="0"/>
            <a:ext cx="6239108" cy="10287066"/>
            <a:chOff x="0" y="0"/>
            <a:chExt cx="1643211" cy="2709333"/>
          </a:xfrm>
        </p:grpSpPr>
        <p:sp>
          <p:nvSpPr>
            <p:cNvPr id="342" name="Google Shape;342;p20"/>
            <p:cNvSpPr/>
            <p:nvPr/>
          </p:nvSpPr>
          <p:spPr>
            <a:xfrm>
              <a:off x="0" y="0"/>
              <a:ext cx="1643211" cy="2709333"/>
            </a:xfrm>
            <a:custGeom>
              <a:rect b="b" l="l" r="r" t="t"/>
              <a:pathLst>
                <a:path extrusionOk="0" h="2709333" w="1643211">
                  <a:moveTo>
                    <a:pt x="0" y="0"/>
                  </a:moveTo>
                  <a:lnTo>
                    <a:pt x="1643211" y="0"/>
                  </a:lnTo>
                  <a:lnTo>
                    <a:pt x="164321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DBFF8"/>
            </a:solidFill>
            <a:ln>
              <a:noFill/>
            </a:ln>
          </p:spPr>
        </p:sp>
        <p:sp>
          <p:nvSpPr>
            <p:cNvPr id="343" name="Google Shape;343;p20"/>
            <p:cNvSpPr txBox="1"/>
            <p:nvPr/>
          </p:nvSpPr>
          <p:spPr>
            <a:xfrm>
              <a:off x="0" y="0"/>
              <a:ext cx="812700" cy="81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4" name="Google Shape;344;p20"/>
          <p:cNvSpPr txBox="1"/>
          <p:nvPr>
            <p:ph type="title"/>
          </p:nvPr>
        </p:nvSpPr>
        <p:spPr>
          <a:xfrm>
            <a:off x="775000" y="1421125"/>
            <a:ext cx="8985000" cy="143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Font typeface="Calibri"/>
              <a:buNone/>
              <a:defRPr b="1" sz="7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9pPr>
          </a:lstStyle>
          <a:p/>
        </p:txBody>
      </p:sp>
      <p:sp>
        <p:nvSpPr>
          <p:cNvPr id="345" name="Google Shape;345;p20"/>
          <p:cNvSpPr txBox="1"/>
          <p:nvPr>
            <p:ph idx="1" type="body"/>
          </p:nvPr>
        </p:nvSpPr>
        <p:spPr>
          <a:xfrm>
            <a:off x="1824713" y="3843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9pPr>
          </a:lstStyle>
          <a:p/>
        </p:txBody>
      </p:sp>
      <p:grpSp>
        <p:nvGrpSpPr>
          <p:cNvPr id="346" name="Google Shape;346;p20"/>
          <p:cNvGrpSpPr/>
          <p:nvPr/>
        </p:nvGrpSpPr>
        <p:grpSpPr>
          <a:xfrm rot="10786707">
            <a:off x="14650799" y="-4023126"/>
            <a:ext cx="6527063" cy="10619128"/>
            <a:chOff x="5" y="9"/>
            <a:chExt cx="8702685" cy="14158731"/>
          </a:xfrm>
        </p:grpSpPr>
        <p:grpSp>
          <p:nvGrpSpPr>
            <p:cNvPr id="347" name="Google Shape;347;p20"/>
            <p:cNvGrpSpPr/>
            <p:nvPr/>
          </p:nvGrpSpPr>
          <p:grpSpPr>
            <a:xfrm rot="10800000">
              <a:off x="5" y="9"/>
              <a:ext cx="8702685" cy="14158731"/>
              <a:chOff x="0" y="0"/>
              <a:chExt cx="660400" cy="1074430"/>
            </a:xfrm>
          </p:grpSpPr>
          <p:sp>
            <p:nvSpPr>
              <p:cNvPr id="348" name="Google Shape;348;p20"/>
              <p:cNvSpPr/>
              <p:nvPr/>
            </p:nvSpPr>
            <p:spPr>
              <a:xfrm>
                <a:off x="0" y="0"/>
                <a:ext cx="660400" cy="1074430"/>
              </a:xfrm>
              <a:custGeom>
                <a:rect b="b" l="l" r="r" t="t"/>
                <a:pathLst>
                  <a:path extrusionOk="0" h="1074430" w="66040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20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0" name="Google Shape;350;p20"/>
            <p:cNvGrpSpPr/>
            <p:nvPr/>
          </p:nvGrpSpPr>
          <p:grpSpPr>
            <a:xfrm rot="10800000">
              <a:off x="582569" y="585000"/>
              <a:ext cx="7537541" cy="12832253"/>
              <a:chOff x="0" y="0"/>
              <a:chExt cx="660400" cy="1124295"/>
            </a:xfrm>
          </p:grpSpPr>
          <p:sp>
            <p:nvSpPr>
              <p:cNvPr id="351" name="Google Shape;351;p20"/>
              <p:cNvSpPr/>
              <p:nvPr/>
            </p:nvSpPr>
            <p:spPr>
              <a:xfrm>
                <a:off x="0" y="0"/>
                <a:ext cx="660400" cy="1124295"/>
              </a:xfrm>
              <a:custGeom>
                <a:rect b="b" l="l" r="r" t="t"/>
                <a:pathLst>
                  <a:path extrusionOk="0" h="1124295" w="660400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20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3" name="Google Shape;353;p20"/>
            <p:cNvGrpSpPr/>
            <p:nvPr/>
          </p:nvGrpSpPr>
          <p:grpSpPr>
            <a:xfrm rot="10800000">
              <a:off x="1233052" y="1309633"/>
              <a:ext cx="6236619" cy="11291549"/>
              <a:chOff x="0" y="0"/>
              <a:chExt cx="660400" cy="1195670"/>
            </a:xfrm>
          </p:grpSpPr>
          <p:sp>
            <p:nvSpPr>
              <p:cNvPr id="354" name="Google Shape;354;p20"/>
              <p:cNvSpPr/>
              <p:nvPr/>
            </p:nvSpPr>
            <p:spPr>
              <a:xfrm>
                <a:off x="0" y="0"/>
                <a:ext cx="660400" cy="1195670"/>
              </a:xfrm>
              <a:custGeom>
                <a:rect b="b" l="l" r="r" t="t"/>
                <a:pathLst>
                  <a:path extrusionOk="0" h="1195670" w="66040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20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6" name="Google Shape;356;p20"/>
            <p:cNvGrpSpPr/>
            <p:nvPr/>
          </p:nvGrpSpPr>
          <p:grpSpPr>
            <a:xfrm rot="10800000">
              <a:off x="1893450" y="2171675"/>
              <a:ext cx="4915819" cy="9763499"/>
              <a:chOff x="0" y="0"/>
              <a:chExt cx="660400" cy="1311646"/>
            </a:xfrm>
          </p:grpSpPr>
          <p:sp>
            <p:nvSpPr>
              <p:cNvPr id="357" name="Google Shape;357;p20"/>
              <p:cNvSpPr/>
              <p:nvPr/>
            </p:nvSpPr>
            <p:spPr>
              <a:xfrm>
                <a:off x="0" y="0"/>
                <a:ext cx="660400" cy="1311646"/>
              </a:xfrm>
              <a:custGeom>
                <a:rect b="b" l="l" r="r" t="t"/>
                <a:pathLst>
                  <a:path extrusionOk="0" h="1311646" w="660400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20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9" name="Google Shape;359;p20"/>
            <p:cNvGrpSpPr/>
            <p:nvPr/>
          </p:nvGrpSpPr>
          <p:grpSpPr>
            <a:xfrm rot="10800000">
              <a:off x="2448404" y="2794214"/>
              <a:ext cx="3805885" cy="8513789"/>
              <a:chOff x="0" y="0"/>
              <a:chExt cx="660400" cy="1477319"/>
            </a:xfrm>
          </p:grpSpPr>
          <p:sp>
            <p:nvSpPr>
              <p:cNvPr id="360" name="Google Shape;360;p20"/>
              <p:cNvSpPr/>
              <p:nvPr/>
            </p:nvSpPr>
            <p:spPr>
              <a:xfrm>
                <a:off x="0" y="0"/>
                <a:ext cx="660400" cy="1477319"/>
              </a:xfrm>
              <a:custGeom>
                <a:rect b="b" l="l" r="r" t="t"/>
                <a:pathLst>
                  <a:path extrusionOk="0" h="1477319" w="660400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20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2" name="Google Shape;362;p20"/>
            <p:cNvGrpSpPr/>
            <p:nvPr/>
          </p:nvGrpSpPr>
          <p:grpSpPr>
            <a:xfrm rot="10800000">
              <a:off x="2930052" y="3421392"/>
              <a:ext cx="2842560" cy="7318971"/>
              <a:chOff x="0" y="0"/>
              <a:chExt cx="660400" cy="1700386"/>
            </a:xfrm>
          </p:grpSpPr>
          <p:sp>
            <p:nvSpPr>
              <p:cNvPr id="363" name="Google Shape;363;p20"/>
              <p:cNvSpPr/>
              <p:nvPr/>
            </p:nvSpPr>
            <p:spPr>
              <a:xfrm>
                <a:off x="0" y="0"/>
                <a:ext cx="660400" cy="1700386"/>
              </a:xfrm>
              <a:custGeom>
                <a:rect b="b" l="l" r="r" t="t"/>
                <a:pathLst>
                  <a:path extrusionOk="0" h="1700386" w="660400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20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65" name="Google Shape;365;p20"/>
          <p:cNvGrpSpPr/>
          <p:nvPr/>
        </p:nvGrpSpPr>
        <p:grpSpPr>
          <a:xfrm>
            <a:off x="-2589058" y="7920014"/>
            <a:ext cx="4713027" cy="7667804"/>
            <a:chOff x="21" y="34"/>
            <a:chExt cx="6284036" cy="10223739"/>
          </a:xfrm>
        </p:grpSpPr>
        <p:grpSp>
          <p:nvGrpSpPr>
            <p:cNvPr id="366" name="Google Shape;366;p20"/>
            <p:cNvGrpSpPr/>
            <p:nvPr/>
          </p:nvGrpSpPr>
          <p:grpSpPr>
            <a:xfrm rot="10800000">
              <a:off x="21" y="34"/>
              <a:ext cx="6284036" cy="10223739"/>
              <a:chOff x="0" y="0"/>
              <a:chExt cx="660400" cy="1074430"/>
            </a:xfrm>
          </p:grpSpPr>
          <p:sp>
            <p:nvSpPr>
              <p:cNvPr id="367" name="Google Shape;367;p20"/>
              <p:cNvSpPr/>
              <p:nvPr/>
            </p:nvSpPr>
            <p:spPr>
              <a:xfrm>
                <a:off x="0" y="0"/>
                <a:ext cx="660400" cy="1074430"/>
              </a:xfrm>
              <a:custGeom>
                <a:rect b="b" l="l" r="r" t="t"/>
                <a:pathLst>
                  <a:path extrusionOk="0" h="1074430" w="66040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B89D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20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32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9" name="Google Shape;369;p20"/>
            <p:cNvGrpSpPr/>
            <p:nvPr/>
          </p:nvGrpSpPr>
          <p:grpSpPr>
            <a:xfrm rot="10800000">
              <a:off x="420699" y="422481"/>
              <a:ext cx="5442687" cy="9265877"/>
              <a:chOff x="0" y="0"/>
              <a:chExt cx="660400" cy="1124295"/>
            </a:xfrm>
          </p:grpSpPr>
          <p:sp>
            <p:nvSpPr>
              <p:cNvPr id="370" name="Google Shape;370;p20"/>
              <p:cNvSpPr/>
              <p:nvPr/>
            </p:nvSpPr>
            <p:spPr>
              <a:xfrm>
                <a:off x="0" y="0"/>
                <a:ext cx="660400" cy="1124295"/>
              </a:xfrm>
              <a:custGeom>
                <a:rect b="b" l="l" r="r" t="t"/>
                <a:pathLst>
                  <a:path extrusionOk="0" h="1124295" w="660400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B89D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20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32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2" name="Google Shape;372;p20"/>
            <p:cNvGrpSpPr/>
            <p:nvPr/>
          </p:nvGrpSpPr>
          <p:grpSpPr>
            <a:xfrm rot="10800000">
              <a:off x="890316" y="945575"/>
              <a:ext cx="4503400" cy="8153513"/>
              <a:chOff x="0" y="0"/>
              <a:chExt cx="660400" cy="1195670"/>
            </a:xfrm>
          </p:grpSpPr>
          <p:sp>
            <p:nvSpPr>
              <p:cNvPr id="373" name="Google Shape;373;p20"/>
              <p:cNvSpPr/>
              <p:nvPr/>
            </p:nvSpPr>
            <p:spPr>
              <a:xfrm>
                <a:off x="0" y="0"/>
                <a:ext cx="660400" cy="1195670"/>
              </a:xfrm>
              <a:custGeom>
                <a:rect b="b" l="l" r="r" t="t"/>
                <a:pathLst>
                  <a:path extrusionOk="0" h="1195670" w="66040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B89D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20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32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5" name="Google Shape;375;p20"/>
            <p:cNvGrpSpPr/>
            <p:nvPr/>
          </p:nvGrpSpPr>
          <p:grpSpPr>
            <a:xfrm rot="10800000">
              <a:off x="1367201" y="1568078"/>
              <a:ext cx="3549650" cy="7050097"/>
              <a:chOff x="0" y="0"/>
              <a:chExt cx="660400" cy="1311646"/>
            </a:xfrm>
          </p:grpSpPr>
          <p:sp>
            <p:nvSpPr>
              <p:cNvPr id="376" name="Google Shape;376;p20"/>
              <p:cNvSpPr/>
              <p:nvPr/>
            </p:nvSpPr>
            <p:spPr>
              <a:xfrm>
                <a:off x="0" y="0"/>
                <a:ext cx="660400" cy="1311646"/>
              </a:xfrm>
              <a:custGeom>
                <a:rect b="b" l="l" r="r" t="t"/>
                <a:pathLst>
                  <a:path extrusionOk="0" h="1311646" w="660400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B89D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20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32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8" name="Google Shape;378;p20"/>
            <p:cNvGrpSpPr/>
            <p:nvPr/>
          </p:nvGrpSpPr>
          <p:grpSpPr>
            <a:xfrm rot="10800000">
              <a:off x="1767921" y="2017592"/>
              <a:ext cx="2748189" cy="6147715"/>
              <a:chOff x="0" y="0"/>
              <a:chExt cx="660400" cy="1477319"/>
            </a:xfrm>
          </p:grpSpPr>
          <p:sp>
            <p:nvSpPr>
              <p:cNvPr id="379" name="Google Shape;379;p20"/>
              <p:cNvSpPr/>
              <p:nvPr/>
            </p:nvSpPr>
            <p:spPr>
              <a:xfrm>
                <a:off x="0" y="0"/>
                <a:ext cx="660400" cy="1477319"/>
              </a:xfrm>
              <a:custGeom>
                <a:rect b="b" l="l" r="r" t="t"/>
                <a:pathLst>
                  <a:path extrusionOk="0" h="1477319" w="660400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B89D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20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32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1" name="Google Shape;381;p20"/>
            <p:cNvGrpSpPr/>
            <p:nvPr/>
          </p:nvGrpSpPr>
          <p:grpSpPr>
            <a:xfrm rot="10800000">
              <a:off x="2115777" y="2470624"/>
              <a:ext cx="2052523" cy="5284800"/>
              <a:chOff x="0" y="0"/>
              <a:chExt cx="660400" cy="1700386"/>
            </a:xfrm>
          </p:grpSpPr>
          <p:sp>
            <p:nvSpPr>
              <p:cNvPr id="382" name="Google Shape;382;p20"/>
              <p:cNvSpPr/>
              <p:nvPr/>
            </p:nvSpPr>
            <p:spPr>
              <a:xfrm>
                <a:off x="0" y="0"/>
                <a:ext cx="660400" cy="1700386"/>
              </a:xfrm>
              <a:custGeom>
                <a:rect b="b" l="l" r="r" t="t"/>
                <a:pathLst>
                  <a:path extrusionOk="0" h="1700386" w="660400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B89D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20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32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84" name="Google Shape;384;p20"/>
          <p:cNvSpPr/>
          <p:nvPr>
            <p:ph idx="2" type="pic"/>
          </p:nvPr>
        </p:nvSpPr>
        <p:spPr>
          <a:xfrm>
            <a:off x="9362131" y="1801525"/>
            <a:ext cx="8158200" cy="611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1"/>
          <p:cNvSpPr txBox="1"/>
          <p:nvPr>
            <p:ph type="title"/>
          </p:nvPr>
        </p:nvSpPr>
        <p:spPr>
          <a:xfrm rot="5400000">
            <a:off x="8817525" y="3907363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21"/>
          <p:cNvSpPr txBox="1"/>
          <p:nvPr>
            <p:ph idx="1" type="body"/>
          </p:nvPr>
        </p:nvSpPr>
        <p:spPr>
          <a:xfrm rot="5400000">
            <a:off x="3843350" y="1926151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388" name="Google Shape;388;p21"/>
          <p:cNvGrpSpPr/>
          <p:nvPr/>
        </p:nvGrpSpPr>
        <p:grpSpPr>
          <a:xfrm rot="10786707">
            <a:off x="15095529" y="-7266473"/>
            <a:ext cx="6527063" cy="10619128"/>
            <a:chOff x="5" y="9"/>
            <a:chExt cx="8702685" cy="14158731"/>
          </a:xfrm>
        </p:grpSpPr>
        <p:grpSp>
          <p:nvGrpSpPr>
            <p:cNvPr id="389" name="Google Shape;389;p21"/>
            <p:cNvGrpSpPr/>
            <p:nvPr/>
          </p:nvGrpSpPr>
          <p:grpSpPr>
            <a:xfrm rot="10800000">
              <a:off x="5" y="9"/>
              <a:ext cx="8702685" cy="14158731"/>
              <a:chOff x="0" y="0"/>
              <a:chExt cx="660400" cy="1074430"/>
            </a:xfrm>
          </p:grpSpPr>
          <p:sp>
            <p:nvSpPr>
              <p:cNvPr id="390" name="Google Shape;390;p21"/>
              <p:cNvSpPr/>
              <p:nvPr/>
            </p:nvSpPr>
            <p:spPr>
              <a:xfrm>
                <a:off x="0" y="0"/>
                <a:ext cx="660400" cy="1074430"/>
              </a:xfrm>
              <a:custGeom>
                <a:rect b="b" l="l" r="r" t="t"/>
                <a:pathLst>
                  <a:path extrusionOk="0" h="1074430" w="66040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7DBF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21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2" name="Google Shape;392;p21"/>
            <p:cNvGrpSpPr/>
            <p:nvPr/>
          </p:nvGrpSpPr>
          <p:grpSpPr>
            <a:xfrm rot="10800000">
              <a:off x="582569" y="585000"/>
              <a:ext cx="7537541" cy="12832253"/>
              <a:chOff x="0" y="0"/>
              <a:chExt cx="660400" cy="1124295"/>
            </a:xfrm>
          </p:grpSpPr>
          <p:sp>
            <p:nvSpPr>
              <p:cNvPr id="393" name="Google Shape;393;p21"/>
              <p:cNvSpPr/>
              <p:nvPr/>
            </p:nvSpPr>
            <p:spPr>
              <a:xfrm>
                <a:off x="0" y="0"/>
                <a:ext cx="660400" cy="1124295"/>
              </a:xfrm>
              <a:custGeom>
                <a:rect b="b" l="l" r="r" t="t"/>
                <a:pathLst>
                  <a:path extrusionOk="0" h="1124295" w="660400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7DBF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21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5" name="Google Shape;395;p21"/>
            <p:cNvGrpSpPr/>
            <p:nvPr/>
          </p:nvGrpSpPr>
          <p:grpSpPr>
            <a:xfrm rot="10800000">
              <a:off x="1233052" y="1309633"/>
              <a:ext cx="6236619" cy="11291549"/>
              <a:chOff x="0" y="0"/>
              <a:chExt cx="660400" cy="1195670"/>
            </a:xfrm>
          </p:grpSpPr>
          <p:sp>
            <p:nvSpPr>
              <p:cNvPr id="396" name="Google Shape;396;p21"/>
              <p:cNvSpPr/>
              <p:nvPr/>
            </p:nvSpPr>
            <p:spPr>
              <a:xfrm>
                <a:off x="0" y="0"/>
                <a:ext cx="660400" cy="1195670"/>
              </a:xfrm>
              <a:custGeom>
                <a:rect b="b" l="l" r="r" t="t"/>
                <a:pathLst>
                  <a:path extrusionOk="0" h="1195670" w="66040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7DBF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21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8" name="Google Shape;398;p21"/>
            <p:cNvGrpSpPr/>
            <p:nvPr/>
          </p:nvGrpSpPr>
          <p:grpSpPr>
            <a:xfrm rot="10800000">
              <a:off x="1893450" y="2171675"/>
              <a:ext cx="4915819" cy="9763499"/>
              <a:chOff x="0" y="0"/>
              <a:chExt cx="660400" cy="1311646"/>
            </a:xfrm>
          </p:grpSpPr>
          <p:sp>
            <p:nvSpPr>
              <p:cNvPr id="399" name="Google Shape;399;p21"/>
              <p:cNvSpPr/>
              <p:nvPr/>
            </p:nvSpPr>
            <p:spPr>
              <a:xfrm>
                <a:off x="0" y="0"/>
                <a:ext cx="660400" cy="1311646"/>
              </a:xfrm>
              <a:custGeom>
                <a:rect b="b" l="l" r="r" t="t"/>
                <a:pathLst>
                  <a:path extrusionOk="0" h="1311646" w="660400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7DBF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21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1" name="Google Shape;401;p21"/>
            <p:cNvGrpSpPr/>
            <p:nvPr/>
          </p:nvGrpSpPr>
          <p:grpSpPr>
            <a:xfrm rot="10800000">
              <a:off x="2448404" y="2794214"/>
              <a:ext cx="3805885" cy="8513789"/>
              <a:chOff x="0" y="0"/>
              <a:chExt cx="660400" cy="1477319"/>
            </a:xfrm>
          </p:grpSpPr>
          <p:sp>
            <p:nvSpPr>
              <p:cNvPr id="402" name="Google Shape;402;p21"/>
              <p:cNvSpPr/>
              <p:nvPr/>
            </p:nvSpPr>
            <p:spPr>
              <a:xfrm>
                <a:off x="0" y="0"/>
                <a:ext cx="660400" cy="1477319"/>
              </a:xfrm>
              <a:custGeom>
                <a:rect b="b" l="l" r="r" t="t"/>
                <a:pathLst>
                  <a:path extrusionOk="0" h="1477319" w="660400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7DBF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21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4" name="Google Shape;404;p21"/>
            <p:cNvGrpSpPr/>
            <p:nvPr/>
          </p:nvGrpSpPr>
          <p:grpSpPr>
            <a:xfrm rot="10800000">
              <a:off x="2930052" y="3421392"/>
              <a:ext cx="2842560" cy="7318971"/>
              <a:chOff x="0" y="0"/>
              <a:chExt cx="660400" cy="1700386"/>
            </a:xfrm>
          </p:grpSpPr>
          <p:sp>
            <p:nvSpPr>
              <p:cNvPr id="405" name="Google Shape;405;p21"/>
              <p:cNvSpPr/>
              <p:nvPr/>
            </p:nvSpPr>
            <p:spPr>
              <a:xfrm>
                <a:off x="0" y="0"/>
                <a:ext cx="660400" cy="1700386"/>
              </a:xfrm>
              <a:custGeom>
                <a:rect b="b" l="l" r="r" t="t"/>
                <a:pathLst>
                  <a:path extrusionOk="0" h="1700386" w="660400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7DBF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21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7" name="Google Shape;407;p21"/>
          <p:cNvGrpSpPr/>
          <p:nvPr/>
        </p:nvGrpSpPr>
        <p:grpSpPr>
          <a:xfrm rot="10800000">
            <a:off x="-3774272" y="7182334"/>
            <a:ext cx="6526997" cy="10619021"/>
            <a:chOff x="0" y="0"/>
            <a:chExt cx="660400" cy="1074430"/>
          </a:xfrm>
        </p:grpSpPr>
        <p:sp>
          <p:nvSpPr>
            <p:cNvPr id="408" name="Google Shape;408;p21"/>
            <p:cNvSpPr/>
            <p:nvPr/>
          </p:nvSpPr>
          <p:spPr>
            <a:xfrm>
              <a:off x="0" y="0"/>
              <a:ext cx="660400" cy="1074430"/>
            </a:xfrm>
            <a:custGeom>
              <a:rect b="b" l="l" r="r" t="t"/>
              <a:pathLst>
                <a:path extrusionOk="0" h="1074430" w="660400">
                  <a:moveTo>
                    <a:pt x="220252" y="1055361"/>
                  </a:moveTo>
                  <a:cubicBezTo>
                    <a:pt x="254109" y="1066875"/>
                    <a:pt x="292600" y="1074430"/>
                    <a:pt x="330378" y="1074430"/>
                  </a:cubicBezTo>
                  <a:cubicBezTo>
                    <a:pt x="368157" y="1074430"/>
                    <a:pt x="404509" y="1067953"/>
                    <a:pt x="438009" y="1056439"/>
                  </a:cubicBezTo>
                  <a:cubicBezTo>
                    <a:pt x="438723" y="1056080"/>
                    <a:pt x="439435" y="1056080"/>
                    <a:pt x="440148" y="1055720"/>
                  </a:cubicBezTo>
                  <a:cubicBezTo>
                    <a:pt x="565955" y="1009665"/>
                    <a:pt x="658618" y="888051"/>
                    <a:pt x="660400" y="74011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39567"/>
                  </a:lnTo>
                  <a:cubicBezTo>
                    <a:pt x="1782" y="888770"/>
                    <a:pt x="93019" y="1010385"/>
                    <a:pt x="220252" y="1055361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7DBF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21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0" name="Google Shape;410;p21"/>
          <p:cNvGrpSpPr/>
          <p:nvPr/>
        </p:nvGrpSpPr>
        <p:grpSpPr>
          <a:xfrm rot="10800000">
            <a:off x="-3337366" y="7621049"/>
            <a:ext cx="5653156" cy="9624190"/>
            <a:chOff x="0" y="0"/>
            <a:chExt cx="660400" cy="1124295"/>
          </a:xfrm>
        </p:grpSpPr>
        <p:sp>
          <p:nvSpPr>
            <p:cNvPr id="411" name="Google Shape;411;p21"/>
            <p:cNvSpPr/>
            <p:nvPr/>
          </p:nvSpPr>
          <p:spPr>
            <a:xfrm>
              <a:off x="0" y="0"/>
              <a:ext cx="660400" cy="1124295"/>
            </a:xfrm>
            <a:custGeom>
              <a:rect b="b" l="l" r="r" t="t"/>
              <a:pathLst>
                <a:path extrusionOk="0" h="1124295" w="660400">
                  <a:moveTo>
                    <a:pt x="220252" y="1105226"/>
                  </a:moveTo>
                  <a:cubicBezTo>
                    <a:pt x="254109" y="1116739"/>
                    <a:pt x="292600" y="1124295"/>
                    <a:pt x="330378" y="1124295"/>
                  </a:cubicBezTo>
                  <a:cubicBezTo>
                    <a:pt x="368157" y="1124295"/>
                    <a:pt x="404509" y="1117818"/>
                    <a:pt x="438009" y="1106304"/>
                  </a:cubicBezTo>
                  <a:cubicBezTo>
                    <a:pt x="438723" y="1105945"/>
                    <a:pt x="439435" y="1105945"/>
                    <a:pt x="440148" y="1105585"/>
                  </a:cubicBezTo>
                  <a:cubicBezTo>
                    <a:pt x="565955" y="1059530"/>
                    <a:pt x="658618" y="937916"/>
                    <a:pt x="660400" y="78887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88288"/>
                  </a:lnTo>
                  <a:cubicBezTo>
                    <a:pt x="1782" y="938635"/>
                    <a:pt x="93019" y="1060250"/>
                    <a:pt x="220252" y="1105226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7DBF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21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3" name="Google Shape;413;p21"/>
          <p:cNvGrpSpPr/>
          <p:nvPr/>
        </p:nvGrpSpPr>
        <p:grpSpPr>
          <a:xfrm rot="10800000">
            <a:off x="-2849520" y="8164496"/>
            <a:ext cx="4677481" cy="8468691"/>
            <a:chOff x="0" y="0"/>
            <a:chExt cx="660400" cy="1195670"/>
          </a:xfrm>
        </p:grpSpPr>
        <p:sp>
          <p:nvSpPr>
            <p:cNvPr id="414" name="Google Shape;414;p21"/>
            <p:cNvSpPr/>
            <p:nvPr/>
          </p:nvSpPr>
          <p:spPr>
            <a:xfrm>
              <a:off x="0" y="0"/>
              <a:ext cx="660400" cy="1195670"/>
            </a:xfrm>
            <a:custGeom>
              <a:rect b="b" l="l" r="r" t="t"/>
              <a:pathLst>
                <a:path extrusionOk="0" h="1195670" w="660400">
                  <a:moveTo>
                    <a:pt x="220252" y="1176601"/>
                  </a:moveTo>
                  <a:cubicBezTo>
                    <a:pt x="254109" y="1188114"/>
                    <a:pt x="292600" y="1195670"/>
                    <a:pt x="330378" y="1195670"/>
                  </a:cubicBezTo>
                  <a:cubicBezTo>
                    <a:pt x="368157" y="1195670"/>
                    <a:pt x="404509" y="1189193"/>
                    <a:pt x="438009" y="1177679"/>
                  </a:cubicBezTo>
                  <a:cubicBezTo>
                    <a:pt x="438723" y="1177320"/>
                    <a:pt x="439435" y="1177320"/>
                    <a:pt x="440148" y="1176960"/>
                  </a:cubicBezTo>
                  <a:cubicBezTo>
                    <a:pt x="565955" y="1130905"/>
                    <a:pt x="658618" y="1009291"/>
                    <a:pt x="660400" y="858663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858026"/>
                  </a:lnTo>
                  <a:cubicBezTo>
                    <a:pt x="1782" y="1010010"/>
                    <a:pt x="93019" y="1131625"/>
                    <a:pt x="220252" y="1176601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7DBF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21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6" name="Google Shape;416;p21"/>
          <p:cNvGrpSpPr/>
          <p:nvPr/>
        </p:nvGrpSpPr>
        <p:grpSpPr>
          <a:xfrm rot="10800000">
            <a:off x="-2354222" y="8737513"/>
            <a:ext cx="3686881" cy="7322657"/>
            <a:chOff x="0" y="0"/>
            <a:chExt cx="660400" cy="1311646"/>
          </a:xfrm>
        </p:grpSpPr>
        <p:sp>
          <p:nvSpPr>
            <p:cNvPr id="417" name="Google Shape;417;p21"/>
            <p:cNvSpPr/>
            <p:nvPr/>
          </p:nvSpPr>
          <p:spPr>
            <a:xfrm>
              <a:off x="0" y="0"/>
              <a:ext cx="660400" cy="1311646"/>
            </a:xfrm>
            <a:custGeom>
              <a:rect b="b" l="l" r="r" t="t"/>
              <a:pathLst>
                <a:path extrusionOk="0" h="1311646" w="660400">
                  <a:moveTo>
                    <a:pt x="220252" y="1292577"/>
                  </a:moveTo>
                  <a:cubicBezTo>
                    <a:pt x="254109" y="1304091"/>
                    <a:pt x="292600" y="1311646"/>
                    <a:pt x="330378" y="1311646"/>
                  </a:cubicBezTo>
                  <a:cubicBezTo>
                    <a:pt x="368157" y="1311646"/>
                    <a:pt x="404509" y="1305169"/>
                    <a:pt x="438009" y="1293656"/>
                  </a:cubicBezTo>
                  <a:cubicBezTo>
                    <a:pt x="438723" y="1293296"/>
                    <a:pt x="439435" y="1293296"/>
                    <a:pt x="440148" y="1292937"/>
                  </a:cubicBezTo>
                  <a:cubicBezTo>
                    <a:pt x="565955" y="1246881"/>
                    <a:pt x="658618" y="1125267"/>
                    <a:pt x="660400" y="97206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971342"/>
                  </a:lnTo>
                  <a:cubicBezTo>
                    <a:pt x="1782" y="1125986"/>
                    <a:pt x="93019" y="1247601"/>
                    <a:pt x="220252" y="1292577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7DBF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21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9" name="Google Shape;419;p21"/>
          <p:cNvGrpSpPr/>
          <p:nvPr/>
        </p:nvGrpSpPr>
        <p:grpSpPr>
          <a:xfrm rot="10800000">
            <a:off x="-1938023" y="9277886"/>
            <a:ext cx="2854447" cy="6385416"/>
            <a:chOff x="0" y="0"/>
            <a:chExt cx="660400" cy="1477319"/>
          </a:xfrm>
        </p:grpSpPr>
        <p:sp>
          <p:nvSpPr>
            <p:cNvPr id="420" name="Google Shape;420;p21"/>
            <p:cNvSpPr/>
            <p:nvPr/>
          </p:nvSpPr>
          <p:spPr>
            <a:xfrm>
              <a:off x="0" y="0"/>
              <a:ext cx="660400" cy="1477319"/>
            </a:xfrm>
            <a:custGeom>
              <a:rect b="b" l="l" r="r" t="t"/>
              <a:pathLst>
                <a:path extrusionOk="0" h="1477319" w="660400">
                  <a:moveTo>
                    <a:pt x="220252" y="1458250"/>
                  </a:moveTo>
                  <a:cubicBezTo>
                    <a:pt x="254109" y="1469763"/>
                    <a:pt x="292600" y="1477319"/>
                    <a:pt x="330378" y="1477319"/>
                  </a:cubicBezTo>
                  <a:cubicBezTo>
                    <a:pt x="368157" y="1477319"/>
                    <a:pt x="404509" y="1470842"/>
                    <a:pt x="438009" y="1459328"/>
                  </a:cubicBezTo>
                  <a:cubicBezTo>
                    <a:pt x="438723" y="1458968"/>
                    <a:pt x="439435" y="1458968"/>
                    <a:pt x="440148" y="1458609"/>
                  </a:cubicBezTo>
                  <a:cubicBezTo>
                    <a:pt x="565955" y="1412554"/>
                    <a:pt x="658618" y="1290940"/>
                    <a:pt x="660400" y="1134056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133214"/>
                  </a:lnTo>
                  <a:cubicBezTo>
                    <a:pt x="1782" y="1291659"/>
                    <a:pt x="93019" y="1413274"/>
                    <a:pt x="220252" y="145825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7DBF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21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2" name="Google Shape;422;p21"/>
          <p:cNvGrpSpPr/>
          <p:nvPr/>
        </p:nvGrpSpPr>
        <p:grpSpPr>
          <a:xfrm rot="10800000">
            <a:off x="-1576736" y="9748386"/>
            <a:ext cx="2131903" cy="5489186"/>
            <a:chOff x="0" y="0"/>
            <a:chExt cx="660400" cy="1700386"/>
          </a:xfrm>
        </p:grpSpPr>
        <p:sp>
          <p:nvSpPr>
            <p:cNvPr id="423" name="Google Shape;423;p21"/>
            <p:cNvSpPr/>
            <p:nvPr/>
          </p:nvSpPr>
          <p:spPr>
            <a:xfrm>
              <a:off x="0" y="0"/>
              <a:ext cx="660400" cy="1700386"/>
            </a:xfrm>
            <a:custGeom>
              <a:rect b="b" l="l" r="r" t="t"/>
              <a:pathLst>
                <a:path extrusionOk="0" h="1700386" w="660400">
                  <a:moveTo>
                    <a:pt x="220252" y="1681317"/>
                  </a:moveTo>
                  <a:cubicBezTo>
                    <a:pt x="254109" y="1692831"/>
                    <a:pt x="292600" y="1700386"/>
                    <a:pt x="330378" y="1700386"/>
                  </a:cubicBezTo>
                  <a:cubicBezTo>
                    <a:pt x="368157" y="1700386"/>
                    <a:pt x="404509" y="1693909"/>
                    <a:pt x="438009" y="1682396"/>
                  </a:cubicBezTo>
                  <a:cubicBezTo>
                    <a:pt x="438723" y="1682036"/>
                    <a:pt x="439435" y="1682036"/>
                    <a:pt x="440148" y="1681677"/>
                  </a:cubicBezTo>
                  <a:cubicBezTo>
                    <a:pt x="565955" y="1635621"/>
                    <a:pt x="658618" y="1514007"/>
                    <a:pt x="660400" y="1352169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351165"/>
                  </a:lnTo>
                  <a:cubicBezTo>
                    <a:pt x="1782" y="1514726"/>
                    <a:pt x="93019" y="1636342"/>
                    <a:pt x="220252" y="1681317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7DBF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21"/>
            <p:cNvSpPr txBox="1"/>
            <p:nvPr/>
          </p:nvSpPr>
          <p:spPr>
            <a:xfrm>
              <a:off x="0" y="0"/>
              <a:ext cx="6603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976025" y="9880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lice"/>
              <a:buNone/>
              <a:defRPr b="0" i="0" sz="4400" u="none" cap="none" strike="noStrike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3764600" y="34808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Char char="•"/>
              <a:defRPr b="0" i="0" sz="3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Char char="–"/>
              <a:defRPr b="0" i="0" sz="2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•"/>
              <a:defRPr b="0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–"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»"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•"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•"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•"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•"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DBFF8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oogle Shape;429;p1"/>
          <p:cNvGrpSpPr/>
          <p:nvPr/>
        </p:nvGrpSpPr>
        <p:grpSpPr>
          <a:xfrm>
            <a:off x="-2780907" y="-3332311"/>
            <a:ext cx="6568145" cy="10644284"/>
            <a:chOff x="1" y="1"/>
            <a:chExt cx="8757526" cy="14192379"/>
          </a:xfrm>
        </p:grpSpPr>
        <p:grpSp>
          <p:nvGrpSpPr>
            <p:cNvPr id="430" name="Google Shape;430;p1"/>
            <p:cNvGrpSpPr/>
            <p:nvPr/>
          </p:nvGrpSpPr>
          <p:grpSpPr>
            <a:xfrm rot="-13330">
              <a:off x="27419" y="16820"/>
              <a:ext cx="8702690" cy="14158740"/>
              <a:chOff x="0" y="0"/>
              <a:chExt cx="660400" cy="1074430"/>
            </a:xfrm>
          </p:grpSpPr>
          <p:sp>
            <p:nvSpPr>
              <p:cNvPr id="431" name="Google Shape;431;p1"/>
              <p:cNvSpPr/>
              <p:nvPr/>
            </p:nvSpPr>
            <p:spPr>
              <a:xfrm>
                <a:off x="0" y="0"/>
                <a:ext cx="660400" cy="1074430"/>
              </a:xfrm>
              <a:custGeom>
                <a:rect b="b" l="l" r="r" t="t"/>
                <a:pathLst>
                  <a:path extrusionOk="0" h="1074430" w="66040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1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3" name="Google Shape;433;p1"/>
            <p:cNvGrpSpPr/>
            <p:nvPr/>
          </p:nvGrpSpPr>
          <p:grpSpPr>
            <a:xfrm rot="-13330">
              <a:off x="609999" y="680075"/>
              <a:ext cx="7537530" cy="12832230"/>
              <a:chOff x="0" y="0"/>
              <a:chExt cx="660400" cy="1124295"/>
            </a:xfrm>
          </p:grpSpPr>
          <p:sp>
            <p:nvSpPr>
              <p:cNvPr id="434" name="Google Shape;434;p1"/>
              <p:cNvSpPr/>
              <p:nvPr/>
            </p:nvSpPr>
            <p:spPr>
              <a:xfrm>
                <a:off x="0" y="0"/>
                <a:ext cx="660400" cy="1124295"/>
              </a:xfrm>
              <a:custGeom>
                <a:rect b="b" l="l" r="r" t="t"/>
                <a:pathLst>
                  <a:path extrusionOk="0" h="1124295" w="660400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1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6" name="Google Shape;436;p1"/>
            <p:cNvGrpSpPr/>
            <p:nvPr/>
          </p:nvGrpSpPr>
          <p:grpSpPr>
            <a:xfrm rot="-13330">
              <a:off x="1260438" y="1450388"/>
              <a:ext cx="6236652" cy="11291604"/>
              <a:chOff x="0" y="0"/>
              <a:chExt cx="660400" cy="1195670"/>
            </a:xfrm>
          </p:grpSpPr>
          <p:sp>
            <p:nvSpPr>
              <p:cNvPr id="437" name="Google Shape;437;p1"/>
              <p:cNvSpPr/>
              <p:nvPr/>
            </p:nvSpPr>
            <p:spPr>
              <a:xfrm>
                <a:off x="0" y="0"/>
                <a:ext cx="660400" cy="1195670"/>
              </a:xfrm>
              <a:custGeom>
                <a:rect b="b" l="l" r="r" t="t"/>
                <a:pathLst>
                  <a:path extrusionOk="0" h="1195670" w="66040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1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9" name="Google Shape;439;p1"/>
            <p:cNvGrpSpPr/>
            <p:nvPr/>
          </p:nvGrpSpPr>
          <p:grpSpPr>
            <a:xfrm rot="-13330">
              <a:off x="1920840" y="2214411"/>
              <a:ext cx="4915848" cy="9763559"/>
              <a:chOff x="0" y="0"/>
              <a:chExt cx="660400" cy="1311646"/>
            </a:xfrm>
          </p:grpSpPr>
          <p:sp>
            <p:nvSpPr>
              <p:cNvPr id="440" name="Google Shape;440;p1"/>
              <p:cNvSpPr/>
              <p:nvPr/>
            </p:nvSpPr>
            <p:spPr>
              <a:xfrm>
                <a:off x="0" y="0"/>
                <a:ext cx="660400" cy="1311646"/>
              </a:xfrm>
              <a:custGeom>
                <a:rect b="b" l="l" r="r" t="t"/>
                <a:pathLst>
                  <a:path extrusionOk="0" h="1311646" w="660400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1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2" name="Google Shape;442;p1"/>
            <p:cNvGrpSpPr/>
            <p:nvPr/>
          </p:nvGrpSpPr>
          <p:grpSpPr>
            <a:xfrm rot="-13330">
              <a:off x="2475820" y="2839294"/>
              <a:ext cx="3805887" cy="8513792"/>
              <a:chOff x="0" y="0"/>
              <a:chExt cx="660400" cy="1477319"/>
            </a:xfrm>
          </p:grpSpPr>
          <p:sp>
            <p:nvSpPr>
              <p:cNvPr id="443" name="Google Shape;443;p1"/>
              <p:cNvSpPr/>
              <p:nvPr/>
            </p:nvSpPr>
            <p:spPr>
              <a:xfrm>
                <a:off x="0" y="0"/>
                <a:ext cx="660400" cy="1477319"/>
              </a:xfrm>
              <a:custGeom>
                <a:rect b="b" l="l" r="r" t="t"/>
                <a:pathLst>
                  <a:path extrusionOk="0" h="1477319" w="660400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1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5" name="Google Shape;445;p1"/>
            <p:cNvGrpSpPr/>
            <p:nvPr/>
          </p:nvGrpSpPr>
          <p:grpSpPr>
            <a:xfrm rot="-13330">
              <a:off x="2957497" y="3436736"/>
              <a:ext cx="2842534" cy="7318907"/>
              <a:chOff x="0" y="0"/>
              <a:chExt cx="660400" cy="1700386"/>
            </a:xfrm>
          </p:grpSpPr>
          <p:sp>
            <p:nvSpPr>
              <p:cNvPr id="446" name="Google Shape;446;p1"/>
              <p:cNvSpPr/>
              <p:nvPr/>
            </p:nvSpPr>
            <p:spPr>
              <a:xfrm>
                <a:off x="0" y="0"/>
                <a:ext cx="660400" cy="1700386"/>
              </a:xfrm>
              <a:custGeom>
                <a:rect b="b" l="l" r="r" t="t"/>
                <a:pathLst>
                  <a:path extrusionOk="0" h="1700386" w="660400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1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48" name="Google Shape;448;p1"/>
          <p:cNvGrpSpPr/>
          <p:nvPr/>
        </p:nvGrpSpPr>
        <p:grpSpPr>
          <a:xfrm>
            <a:off x="15024491" y="6273855"/>
            <a:ext cx="6527018" cy="10619055"/>
            <a:chOff x="0" y="0"/>
            <a:chExt cx="8702690" cy="14158740"/>
          </a:xfrm>
        </p:grpSpPr>
        <p:grpSp>
          <p:nvGrpSpPr>
            <p:cNvPr id="449" name="Google Shape;449;p1"/>
            <p:cNvGrpSpPr/>
            <p:nvPr/>
          </p:nvGrpSpPr>
          <p:grpSpPr>
            <a:xfrm rot="10800000">
              <a:off x="0" y="0"/>
              <a:ext cx="8702690" cy="14158740"/>
              <a:chOff x="0" y="0"/>
              <a:chExt cx="660400" cy="1074430"/>
            </a:xfrm>
          </p:grpSpPr>
          <p:sp>
            <p:nvSpPr>
              <p:cNvPr id="450" name="Google Shape;450;p1"/>
              <p:cNvSpPr/>
              <p:nvPr/>
            </p:nvSpPr>
            <p:spPr>
              <a:xfrm>
                <a:off x="0" y="0"/>
                <a:ext cx="660400" cy="1074430"/>
              </a:xfrm>
              <a:custGeom>
                <a:rect b="b" l="l" r="r" t="t"/>
                <a:pathLst>
                  <a:path extrusionOk="0" h="1074430" w="66040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1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2" name="Google Shape;452;p1"/>
            <p:cNvGrpSpPr/>
            <p:nvPr/>
          </p:nvGrpSpPr>
          <p:grpSpPr>
            <a:xfrm rot="10800000">
              <a:off x="582580" y="663255"/>
              <a:ext cx="7537530" cy="12832230"/>
              <a:chOff x="0" y="0"/>
              <a:chExt cx="660400" cy="1124295"/>
            </a:xfrm>
          </p:grpSpPr>
          <p:sp>
            <p:nvSpPr>
              <p:cNvPr id="453" name="Google Shape;453;p1"/>
              <p:cNvSpPr/>
              <p:nvPr/>
            </p:nvSpPr>
            <p:spPr>
              <a:xfrm>
                <a:off x="0" y="0"/>
                <a:ext cx="660400" cy="1124295"/>
              </a:xfrm>
              <a:custGeom>
                <a:rect b="b" l="l" r="r" t="t"/>
                <a:pathLst>
                  <a:path extrusionOk="0" h="1124295" w="660400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1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5" name="Google Shape;455;p1"/>
            <p:cNvGrpSpPr/>
            <p:nvPr/>
          </p:nvGrpSpPr>
          <p:grpSpPr>
            <a:xfrm rot="10800000">
              <a:off x="1233019" y="1433568"/>
              <a:ext cx="6236652" cy="11291604"/>
              <a:chOff x="0" y="0"/>
              <a:chExt cx="660400" cy="1195670"/>
            </a:xfrm>
          </p:grpSpPr>
          <p:sp>
            <p:nvSpPr>
              <p:cNvPr id="456" name="Google Shape;456;p1"/>
              <p:cNvSpPr/>
              <p:nvPr/>
            </p:nvSpPr>
            <p:spPr>
              <a:xfrm>
                <a:off x="0" y="0"/>
                <a:ext cx="660400" cy="1195670"/>
              </a:xfrm>
              <a:custGeom>
                <a:rect b="b" l="l" r="r" t="t"/>
                <a:pathLst>
                  <a:path extrusionOk="0" h="1195670" w="66040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1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8" name="Google Shape;458;p1"/>
            <p:cNvGrpSpPr/>
            <p:nvPr/>
          </p:nvGrpSpPr>
          <p:grpSpPr>
            <a:xfrm rot="10800000">
              <a:off x="1893421" y="2197591"/>
              <a:ext cx="4915848" cy="9763559"/>
              <a:chOff x="0" y="0"/>
              <a:chExt cx="660400" cy="1311646"/>
            </a:xfrm>
          </p:grpSpPr>
          <p:sp>
            <p:nvSpPr>
              <p:cNvPr id="459" name="Google Shape;459;p1"/>
              <p:cNvSpPr/>
              <p:nvPr/>
            </p:nvSpPr>
            <p:spPr>
              <a:xfrm>
                <a:off x="0" y="0"/>
                <a:ext cx="660400" cy="1311646"/>
              </a:xfrm>
              <a:custGeom>
                <a:rect b="b" l="l" r="r" t="t"/>
                <a:pathLst>
                  <a:path extrusionOk="0" h="1311646" w="660400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1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1" name="Google Shape;461;p1"/>
            <p:cNvGrpSpPr/>
            <p:nvPr/>
          </p:nvGrpSpPr>
          <p:grpSpPr>
            <a:xfrm rot="10800000">
              <a:off x="2448402" y="2822474"/>
              <a:ext cx="3805887" cy="8513792"/>
              <a:chOff x="0" y="0"/>
              <a:chExt cx="660400" cy="1477319"/>
            </a:xfrm>
          </p:grpSpPr>
          <p:sp>
            <p:nvSpPr>
              <p:cNvPr id="462" name="Google Shape;462;p1"/>
              <p:cNvSpPr/>
              <p:nvPr/>
            </p:nvSpPr>
            <p:spPr>
              <a:xfrm>
                <a:off x="0" y="0"/>
                <a:ext cx="660400" cy="1477319"/>
              </a:xfrm>
              <a:custGeom>
                <a:rect b="b" l="l" r="r" t="t"/>
                <a:pathLst>
                  <a:path extrusionOk="0" h="1477319" w="660400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1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4" name="Google Shape;464;p1"/>
            <p:cNvGrpSpPr/>
            <p:nvPr/>
          </p:nvGrpSpPr>
          <p:grpSpPr>
            <a:xfrm rot="10800000">
              <a:off x="2930078" y="3419917"/>
              <a:ext cx="2842534" cy="7318907"/>
              <a:chOff x="0" y="0"/>
              <a:chExt cx="660400" cy="1700386"/>
            </a:xfrm>
          </p:grpSpPr>
          <p:sp>
            <p:nvSpPr>
              <p:cNvPr id="465" name="Google Shape;465;p1"/>
              <p:cNvSpPr/>
              <p:nvPr/>
            </p:nvSpPr>
            <p:spPr>
              <a:xfrm>
                <a:off x="0" y="0"/>
                <a:ext cx="660400" cy="1700386"/>
              </a:xfrm>
              <a:custGeom>
                <a:rect b="b" l="l" r="r" t="t"/>
                <a:pathLst>
                  <a:path extrusionOk="0" h="1700386" w="660400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1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67" name="Google Shape;467;p1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468" name="Google Shape;468;p1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69" name="Google Shape;469;p1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0" name="Google Shape;470;p1"/>
          <p:cNvGrpSpPr/>
          <p:nvPr/>
        </p:nvGrpSpPr>
        <p:grpSpPr>
          <a:xfrm>
            <a:off x="1509264" y="1566144"/>
            <a:ext cx="15312697" cy="7237746"/>
            <a:chOff x="0" y="0"/>
            <a:chExt cx="4032974" cy="1906238"/>
          </a:xfrm>
        </p:grpSpPr>
        <p:sp>
          <p:nvSpPr>
            <p:cNvPr id="471" name="Google Shape;471;p1"/>
            <p:cNvSpPr/>
            <p:nvPr/>
          </p:nvSpPr>
          <p:spPr>
            <a:xfrm>
              <a:off x="0" y="0"/>
              <a:ext cx="4032974" cy="1906238"/>
            </a:xfrm>
            <a:custGeom>
              <a:rect b="b" l="l" r="r" t="t"/>
              <a:pathLst>
                <a:path extrusionOk="0" h="1906238" w="4032974">
                  <a:moveTo>
                    <a:pt x="0" y="0"/>
                  </a:moveTo>
                  <a:lnTo>
                    <a:pt x="4032974" y="0"/>
                  </a:lnTo>
                  <a:lnTo>
                    <a:pt x="4032974" y="1906238"/>
                  </a:lnTo>
                  <a:lnTo>
                    <a:pt x="0" y="19062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B89D4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72" name="Google Shape;472;p1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73" name="Google Shape;473;p1"/>
          <p:cNvCxnSpPr/>
          <p:nvPr/>
        </p:nvCxnSpPr>
        <p:spPr>
          <a:xfrm>
            <a:off x="4383543" y="6445198"/>
            <a:ext cx="9387565" cy="0"/>
          </a:xfrm>
          <a:prstGeom prst="straightConnector1">
            <a:avLst/>
          </a:prstGeom>
          <a:noFill/>
          <a:ln cap="flat" cmpd="sng" w="57150">
            <a:solidFill>
              <a:srgbClr val="B89D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4" name="Google Shape;474;p1"/>
          <p:cNvSpPr txBox="1"/>
          <p:nvPr/>
        </p:nvSpPr>
        <p:spPr>
          <a:xfrm>
            <a:off x="4383550" y="2613100"/>
            <a:ext cx="9387600" cy="3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i="0" lang="en-US" sz="7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Modification of Membrane Materials in Carbon Capture</a:t>
            </a:r>
            <a:endParaRPr i="0" sz="7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5" name="Google Shape;475;p1"/>
          <p:cNvSpPr txBox="1"/>
          <p:nvPr/>
        </p:nvSpPr>
        <p:spPr>
          <a:xfrm>
            <a:off x="4383550" y="6826200"/>
            <a:ext cx="9387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>
                <a:latin typeface="Open Sans"/>
                <a:ea typeface="Open Sans"/>
                <a:cs typeface="Open Sans"/>
                <a:sym typeface="Open Sans"/>
              </a:rPr>
              <a:t>Sakura Science Program (Japan Science &amp; Technology Agency): Amanda Huang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2"/>
          <p:cNvPicPr preferRelativeResize="0"/>
          <p:nvPr/>
        </p:nvPicPr>
        <p:blipFill rotWithShape="1">
          <a:blip r:embed="rId3">
            <a:alphaModFix/>
          </a:blip>
          <a:srcRect b="10867" l="0" r="0" t="10037"/>
          <a:stretch/>
        </p:blipFill>
        <p:spPr>
          <a:xfrm>
            <a:off x="1228625" y="610925"/>
            <a:ext cx="14287151" cy="71437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1" name="Google Shape;481;p2"/>
          <p:cNvGrpSpPr/>
          <p:nvPr/>
        </p:nvGrpSpPr>
        <p:grpSpPr>
          <a:xfrm rot="10800000">
            <a:off x="-2354227" y="8737501"/>
            <a:ext cx="3686886" cy="7322669"/>
            <a:chOff x="0" y="0"/>
            <a:chExt cx="660400" cy="1311646"/>
          </a:xfrm>
        </p:grpSpPr>
        <p:sp>
          <p:nvSpPr>
            <p:cNvPr id="482" name="Google Shape;482;p2"/>
            <p:cNvSpPr/>
            <p:nvPr/>
          </p:nvSpPr>
          <p:spPr>
            <a:xfrm>
              <a:off x="0" y="0"/>
              <a:ext cx="660400" cy="1311646"/>
            </a:xfrm>
            <a:custGeom>
              <a:rect b="b" l="l" r="r" t="t"/>
              <a:pathLst>
                <a:path extrusionOk="0" h="1311646" w="660400">
                  <a:moveTo>
                    <a:pt x="220252" y="1292577"/>
                  </a:moveTo>
                  <a:cubicBezTo>
                    <a:pt x="254109" y="1304091"/>
                    <a:pt x="292600" y="1311646"/>
                    <a:pt x="330378" y="1311646"/>
                  </a:cubicBezTo>
                  <a:cubicBezTo>
                    <a:pt x="368157" y="1311646"/>
                    <a:pt x="404509" y="1305169"/>
                    <a:pt x="438009" y="1293656"/>
                  </a:cubicBezTo>
                  <a:cubicBezTo>
                    <a:pt x="438723" y="1293296"/>
                    <a:pt x="439435" y="1293296"/>
                    <a:pt x="440148" y="1292937"/>
                  </a:cubicBezTo>
                  <a:cubicBezTo>
                    <a:pt x="565955" y="1246881"/>
                    <a:pt x="658618" y="1125267"/>
                    <a:pt x="660400" y="97206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971342"/>
                  </a:lnTo>
                  <a:cubicBezTo>
                    <a:pt x="1782" y="1125986"/>
                    <a:pt x="93019" y="1247601"/>
                    <a:pt x="220252" y="1292577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7DBF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2"/>
            <p:cNvSpPr txBox="1"/>
            <p:nvPr/>
          </p:nvSpPr>
          <p:spPr>
            <a:xfrm>
              <a:off x="0" y="0"/>
              <a:ext cx="660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4" name="Google Shape;484;p2"/>
          <p:cNvGrpSpPr/>
          <p:nvPr/>
        </p:nvGrpSpPr>
        <p:grpSpPr>
          <a:xfrm rot="10800000">
            <a:off x="-1937991" y="9277958"/>
            <a:ext cx="2854415" cy="6385344"/>
            <a:chOff x="0" y="0"/>
            <a:chExt cx="660400" cy="1477319"/>
          </a:xfrm>
        </p:grpSpPr>
        <p:sp>
          <p:nvSpPr>
            <p:cNvPr id="485" name="Google Shape;485;p2"/>
            <p:cNvSpPr/>
            <p:nvPr/>
          </p:nvSpPr>
          <p:spPr>
            <a:xfrm>
              <a:off x="0" y="0"/>
              <a:ext cx="660400" cy="1477319"/>
            </a:xfrm>
            <a:custGeom>
              <a:rect b="b" l="l" r="r" t="t"/>
              <a:pathLst>
                <a:path extrusionOk="0" h="1477319" w="660400">
                  <a:moveTo>
                    <a:pt x="220252" y="1458250"/>
                  </a:moveTo>
                  <a:cubicBezTo>
                    <a:pt x="254109" y="1469763"/>
                    <a:pt x="292600" y="1477319"/>
                    <a:pt x="330378" y="1477319"/>
                  </a:cubicBezTo>
                  <a:cubicBezTo>
                    <a:pt x="368157" y="1477319"/>
                    <a:pt x="404509" y="1470842"/>
                    <a:pt x="438009" y="1459328"/>
                  </a:cubicBezTo>
                  <a:cubicBezTo>
                    <a:pt x="438723" y="1458968"/>
                    <a:pt x="439435" y="1458968"/>
                    <a:pt x="440148" y="1458609"/>
                  </a:cubicBezTo>
                  <a:cubicBezTo>
                    <a:pt x="565955" y="1412554"/>
                    <a:pt x="658618" y="1290940"/>
                    <a:pt x="660400" y="1134056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133214"/>
                  </a:lnTo>
                  <a:cubicBezTo>
                    <a:pt x="1782" y="1291659"/>
                    <a:pt x="93019" y="1413274"/>
                    <a:pt x="220252" y="145825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7DBF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2"/>
            <p:cNvSpPr txBox="1"/>
            <p:nvPr/>
          </p:nvSpPr>
          <p:spPr>
            <a:xfrm>
              <a:off x="0" y="0"/>
              <a:ext cx="660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7" name="Google Shape;487;p2"/>
          <p:cNvGrpSpPr/>
          <p:nvPr/>
        </p:nvGrpSpPr>
        <p:grpSpPr>
          <a:xfrm rot="10800000">
            <a:off x="-1576734" y="9748392"/>
            <a:ext cx="2131901" cy="5489180"/>
            <a:chOff x="0" y="0"/>
            <a:chExt cx="660400" cy="1700386"/>
          </a:xfrm>
        </p:grpSpPr>
        <p:sp>
          <p:nvSpPr>
            <p:cNvPr id="488" name="Google Shape;488;p2"/>
            <p:cNvSpPr/>
            <p:nvPr/>
          </p:nvSpPr>
          <p:spPr>
            <a:xfrm>
              <a:off x="0" y="0"/>
              <a:ext cx="660400" cy="1700386"/>
            </a:xfrm>
            <a:custGeom>
              <a:rect b="b" l="l" r="r" t="t"/>
              <a:pathLst>
                <a:path extrusionOk="0" h="1700386" w="660400">
                  <a:moveTo>
                    <a:pt x="220252" y="1681317"/>
                  </a:moveTo>
                  <a:cubicBezTo>
                    <a:pt x="254109" y="1692831"/>
                    <a:pt x="292600" y="1700386"/>
                    <a:pt x="330378" y="1700386"/>
                  </a:cubicBezTo>
                  <a:cubicBezTo>
                    <a:pt x="368157" y="1700386"/>
                    <a:pt x="404509" y="1693909"/>
                    <a:pt x="438009" y="1682396"/>
                  </a:cubicBezTo>
                  <a:cubicBezTo>
                    <a:pt x="438723" y="1682036"/>
                    <a:pt x="439435" y="1682036"/>
                    <a:pt x="440148" y="1681677"/>
                  </a:cubicBezTo>
                  <a:cubicBezTo>
                    <a:pt x="565955" y="1635621"/>
                    <a:pt x="658618" y="1514007"/>
                    <a:pt x="660400" y="1352169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351165"/>
                  </a:lnTo>
                  <a:cubicBezTo>
                    <a:pt x="1782" y="1514726"/>
                    <a:pt x="93019" y="1636342"/>
                    <a:pt x="220252" y="1681317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7DBF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2"/>
            <p:cNvSpPr txBox="1"/>
            <p:nvPr/>
          </p:nvSpPr>
          <p:spPr>
            <a:xfrm>
              <a:off x="0" y="0"/>
              <a:ext cx="660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0" name="Google Shape;490;p2"/>
          <p:cNvGrpSpPr/>
          <p:nvPr/>
        </p:nvGrpSpPr>
        <p:grpSpPr>
          <a:xfrm rot="10800000">
            <a:off x="-2849520" y="8164496"/>
            <a:ext cx="4677481" cy="8468691"/>
            <a:chOff x="0" y="0"/>
            <a:chExt cx="660400" cy="1195670"/>
          </a:xfrm>
        </p:grpSpPr>
        <p:sp>
          <p:nvSpPr>
            <p:cNvPr id="491" name="Google Shape;491;p2"/>
            <p:cNvSpPr/>
            <p:nvPr/>
          </p:nvSpPr>
          <p:spPr>
            <a:xfrm>
              <a:off x="0" y="0"/>
              <a:ext cx="660400" cy="1195670"/>
            </a:xfrm>
            <a:custGeom>
              <a:rect b="b" l="l" r="r" t="t"/>
              <a:pathLst>
                <a:path extrusionOk="0" h="1195670" w="660400">
                  <a:moveTo>
                    <a:pt x="220252" y="1176601"/>
                  </a:moveTo>
                  <a:cubicBezTo>
                    <a:pt x="254109" y="1188114"/>
                    <a:pt x="292600" y="1195670"/>
                    <a:pt x="330378" y="1195670"/>
                  </a:cubicBezTo>
                  <a:cubicBezTo>
                    <a:pt x="368157" y="1195670"/>
                    <a:pt x="404509" y="1189193"/>
                    <a:pt x="438009" y="1177679"/>
                  </a:cubicBezTo>
                  <a:cubicBezTo>
                    <a:pt x="438723" y="1177320"/>
                    <a:pt x="439435" y="1177320"/>
                    <a:pt x="440148" y="1176960"/>
                  </a:cubicBezTo>
                  <a:cubicBezTo>
                    <a:pt x="565955" y="1130905"/>
                    <a:pt x="658618" y="1009291"/>
                    <a:pt x="660400" y="858663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858026"/>
                  </a:lnTo>
                  <a:cubicBezTo>
                    <a:pt x="1782" y="1010010"/>
                    <a:pt x="93019" y="1131625"/>
                    <a:pt x="220252" y="1176601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7DBF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2"/>
            <p:cNvSpPr txBox="1"/>
            <p:nvPr/>
          </p:nvSpPr>
          <p:spPr>
            <a:xfrm>
              <a:off x="0" y="0"/>
              <a:ext cx="660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725" lIns="95725" spcFirstLastPara="1" rIns="95725" wrap="square" tIns="95725">
              <a:noAutofit/>
            </a:bodyPr>
            <a:lstStyle/>
            <a:p>
              <a:pPr indent="0" lvl="0" marL="0" marR="0" rtl="0" algn="ctr">
                <a:lnSpc>
                  <a:spcPct val="183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3" name="Google Shape;493;p2"/>
          <p:cNvGrpSpPr/>
          <p:nvPr/>
        </p:nvGrpSpPr>
        <p:grpSpPr>
          <a:xfrm rot="10786669">
            <a:off x="15095518" y="-7266357"/>
            <a:ext cx="6527018" cy="10619055"/>
            <a:chOff x="0" y="0"/>
            <a:chExt cx="8702690" cy="14158740"/>
          </a:xfrm>
        </p:grpSpPr>
        <p:grpSp>
          <p:nvGrpSpPr>
            <p:cNvPr id="494" name="Google Shape;494;p2"/>
            <p:cNvGrpSpPr/>
            <p:nvPr/>
          </p:nvGrpSpPr>
          <p:grpSpPr>
            <a:xfrm rot="10800000">
              <a:off x="0" y="0"/>
              <a:ext cx="8702690" cy="14158740"/>
              <a:chOff x="0" y="0"/>
              <a:chExt cx="660400" cy="1074430"/>
            </a:xfrm>
          </p:grpSpPr>
          <p:sp>
            <p:nvSpPr>
              <p:cNvPr id="495" name="Google Shape;495;p2"/>
              <p:cNvSpPr/>
              <p:nvPr/>
            </p:nvSpPr>
            <p:spPr>
              <a:xfrm>
                <a:off x="0" y="0"/>
                <a:ext cx="660400" cy="1074430"/>
              </a:xfrm>
              <a:custGeom>
                <a:rect b="b" l="l" r="r" t="t"/>
                <a:pathLst>
                  <a:path extrusionOk="0" h="1074430" w="66040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7DBF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2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7" name="Google Shape;497;p2"/>
            <p:cNvGrpSpPr/>
            <p:nvPr/>
          </p:nvGrpSpPr>
          <p:grpSpPr>
            <a:xfrm rot="10800000">
              <a:off x="582580" y="585023"/>
              <a:ext cx="7537530" cy="12832230"/>
              <a:chOff x="0" y="0"/>
              <a:chExt cx="660400" cy="1124295"/>
            </a:xfrm>
          </p:grpSpPr>
          <p:sp>
            <p:nvSpPr>
              <p:cNvPr id="498" name="Google Shape;498;p2"/>
              <p:cNvSpPr/>
              <p:nvPr/>
            </p:nvSpPr>
            <p:spPr>
              <a:xfrm>
                <a:off x="0" y="0"/>
                <a:ext cx="660400" cy="1124295"/>
              </a:xfrm>
              <a:custGeom>
                <a:rect b="b" l="l" r="r" t="t"/>
                <a:pathLst>
                  <a:path extrusionOk="0" h="1124295" w="660400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7DBF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2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0" name="Google Shape;500;p2"/>
            <p:cNvGrpSpPr/>
            <p:nvPr/>
          </p:nvGrpSpPr>
          <p:grpSpPr>
            <a:xfrm rot="10800000">
              <a:off x="1233019" y="1309578"/>
              <a:ext cx="6236652" cy="11291604"/>
              <a:chOff x="0" y="0"/>
              <a:chExt cx="660400" cy="1195670"/>
            </a:xfrm>
          </p:grpSpPr>
          <p:sp>
            <p:nvSpPr>
              <p:cNvPr id="501" name="Google Shape;501;p2"/>
              <p:cNvSpPr/>
              <p:nvPr/>
            </p:nvSpPr>
            <p:spPr>
              <a:xfrm>
                <a:off x="0" y="0"/>
                <a:ext cx="660400" cy="1195670"/>
              </a:xfrm>
              <a:custGeom>
                <a:rect b="b" l="l" r="r" t="t"/>
                <a:pathLst>
                  <a:path extrusionOk="0" h="1195670" w="66040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7DBF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p2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3" name="Google Shape;503;p2"/>
            <p:cNvGrpSpPr/>
            <p:nvPr/>
          </p:nvGrpSpPr>
          <p:grpSpPr>
            <a:xfrm rot="10800000">
              <a:off x="1893421" y="2171615"/>
              <a:ext cx="4915848" cy="9763559"/>
              <a:chOff x="0" y="0"/>
              <a:chExt cx="660400" cy="1311646"/>
            </a:xfrm>
          </p:grpSpPr>
          <p:sp>
            <p:nvSpPr>
              <p:cNvPr id="504" name="Google Shape;504;p2"/>
              <p:cNvSpPr/>
              <p:nvPr/>
            </p:nvSpPr>
            <p:spPr>
              <a:xfrm>
                <a:off x="0" y="0"/>
                <a:ext cx="660400" cy="1311646"/>
              </a:xfrm>
              <a:custGeom>
                <a:rect b="b" l="l" r="r" t="t"/>
                <a:pathLst>
                  <a:path extrusionOk="0" h="1311646" w="660400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7DBF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p2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6" name="Google Shape;506;p2"/>
            <p:cNvGrpSpPr/>
            <p:nvPr/>
          </p:nvGrpSpPr>
          <p:grpSpPr>
            <a:xfrm rot="10800000">
              <a:off x="2448402" y="2794211"/>
              <a:ext cx="3805887" cy="8513792"/>
              <a:chOff x="0" y="0"/>
              <a:chExt cx="660400" cy="1477319"/>
            </a:xfrm>
          </p:grpSpPr>
          <p:sp>
            <p:nvSpPr>
              <p:cNvPr id="507" name="Google Shape;507;p2"/>
              <p:cNvSpPr/>
              <p:nvPr/>
            </p:nvSpPr>
            <p:spPr>
              <a:xfrm>
                <a:off x="0" y="0"/>
                <a:ext cx="660400" cy="1477319"/>
              </a:xfrm>
              <a:custGeom>
                <a:rect b="b" l="l" r="r" t="t"/>
                <a:pathLst>
                  <a:path extrusionOk="0" h="1477319" w="660400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7DBF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2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9" name="Google Shape;509;p2"/>
            <p:cNvGrpSpPr/>
            <p:nvPr/>
          </p:nvGrpSpPr>
          <p:grpSpPr>
            <a:xfrm rot="10800000">
              <a:off x="2930078" y="3421456"/>
              <a:ext cx="2842534" cy="7318907"/>
              <a:chOff x="0" y="0"/>
              <a:chExt cx="660400" cy="1700386"/>
            </a:xfrm>
          </p:grpSpPr>
          <p:sp>
            <p:nvSpPr>
              <p:cNvPr id="510" name="Google Shape;510;p2"/>
              <p:cNvSpPr/>
              <p:nvPr/>
            </p:nvSpPr>
            <p:spPr>
              <a:xfrm>
                <a:off x="0" y="0"/>
                <a:ext cx="660400" cy="1700386"/>
              </a:xfrm>
              <a:custGeom>
                <a:rect b="b" l="l" r="r" t="t"/>
                <a:pathLst>
                  <a:path extrusionOk="0" h="1700386" w="660400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7DBF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2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12" name="Google Shape;512;p2"/>
          <p:cNvSpPr txBox="1"/>
          <p:nvPr/>
        </p:nvSpPr>
        <p:spPr>
          <a:xfrm>
            <a:off x="1487225" y="6087450"/>
            <a:ext cx="105978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Carbon capture has the potential to decrease carbon emissions by reducing carbon dioxide levels AND using carbon as a renewable source of energy!</a:t>
            </a:r>
            <a:endParaRPr i="0" sz="3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i="0" sz="3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i="0" lang="en-US" sz="3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Currently our CO2 levels is 417 ppm </a:t>
            </a:r>
            <a:r>
              <a:rPr lang="en-US" sz="3000">
                <a:latin typeface="Roboto"/>
                <a:ea typeface="Roboto"/>
                <a:cs typeface="Roboto"/>
                <a:sym typeface="Roboto"/>
              </a:rPr>
              <a:t>→</a:t>
            </a:r>
            <a:r>
              <a:rPr i="0" lang="en-US" sz="3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Scientists predict that 400 ppm was the tipping point.</a:t>
            </a:r>
            <a:endParaRPr i="0" sz="3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i="0" sz="3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DBFF8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"/>
          <p:cNvSpPr txBox="1"/>
          <p:nvPr/>
        </p:nvSpPr>
        <p:spPr>
          <a:xfrm>
            <a:off x="775149" y="346850"/>
            <a:ext cx="13593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b="0" i="0" lang="en-US" sz="9000" u="none" cap="none" strike="noStrike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Modification of Sorbents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8" name="Google Shape;518;p3"/>
          <p:cNvGrpSpPr/>
          <p:nvPr/>
        </p:nvGrpSpPr>
        <p:grpSpPr>
          <a:xfrm>
            <a:off x="0" y="2481751"/>
            <a:ext cx="18288118" cy="7798562"/>
            <a:chOff x="0" y="-164763"/>
            <a:chExt cx="4816592" cy="1795415"/>
          </a:xfrm>
        </p:grpSpPr>
        <p:sp>
          <p:nvSpPr>
            <p:cNvPr id="519" name="Google Shape;519;p3"/>
            <p:cNvSpPr/>
            <p:nvPr/>
          </p:nvSpPr>
          <p:spPr>
            <a:xfrm>
              <a:off x="0" y="-164763"/>
              <a:ext cx="4816592" cy="1795415"/>
            </a:xfrm>
            <a:custGeom>
              <a:rect b="b" l="l" r="r" t="t"/>
              <a:pathLst>
                <a:path extrusionOk="0" h="163219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32195"/>
                  </a:lnTo>
                  <a:lnTo>
                    <a:pt x="0" y="163219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20" name="Google Shape;520;p3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1" name="Google Shape;521;p3"/>
          <p:cNvSpPr txBox="1"/>
          <p:nvPr/>
        </p:nvSpPr>
        <p:spPr>
          <a:xfrm>
            <a:off x="607489" y="4058725"/>
            <a:ext cx="46263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63588" lvl="1" marL="53974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i="0" lang="en-U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Materials that can absorb carbon</a:t>
            </a:r>
            <a:endParaRPr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63588" lvl="1" marL="53974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•"/>
            </a:pPr>
            <a:r>
              <a:rPr i="0" lang="en-U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Ideally: Cheap, efficient, reusable, and require little to no energy.</a:t>
            </a:r>
            <a:endParaRPr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2" name="Google Shape;522;p3"/>
          <p:cNvSpPr txBox="1"/>
          <p:nvPr/>
        </p:nvSpPr>
        <p:spPr>
          <a:xfrm>
            <a:off x="1489789" y="3000834"/>
            <a:ext cx="3432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Sorbents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23" name="Google Shape;523;p3"/>
          <p:cNvGrpSpPr/>
          <p:nvPr/>
        </p:nvGrpSpPr>
        <p:grpSpPr>
          <a:xfrm>
            <a:off x="15090154" y="-7197119"/>
            <a:ext cx="6395693" cy="10364811"/>
            <a:chOff x="1" y="0"/>
            <a:chExt cx="8527591" cy="13819748"/>
          </a:xfrm>
        </p:grpSpPr>
        <p:grpSp>
          <p:nvGrpSpPr>
            <p:cNvPr id="524" name="Google Shape;524;p3"/>
            <p:cNvGrpSpPr/>
            <p:nvPr/>
          </p:nvGrpSpPr>
          <p:grpSpPr>
            <a:xfrm rot="-13330">
              <a:off x="26699" y="16378"/>
              <a:ext cx="8474195" cy="13786993"/>
              <a:chOff x="0" y="0"/>
              <a:chExt cx="660400" cy="1074430"/>
            </a:xfrm>
          </p:grpSpPr>
          <p:sp>
            <p:nvSpPr>
              <p:cNvPr id="525" name="Google Shape;525;p3"/>
              <p:cNvSpPr/>
              <p:nvPr/>
            </p:nvSpPr>
            <p:spPr>
              <a:xfrm>
                <a:off x="0" y="0"/>
                <a:ext cx="660400" cy="1074430"/>
              </a:xfrm>
              <a:custGeom>
                <a:rect b="b" l="l" r="r" t="t"/>
                <a:pathLst>
                  <a:path extrusionOk="0" h="1074430" w="66040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3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3200" lIns="93200" spcFirstLastPara="1" rIns="93200" wrap="square" tIns="93200">
                <a:noAutofit/>
              </a:bodyPr>
              <a:lstStyle/>
              <a:p>
                <a:pPr indent="0" lvl="0" marL="0" marR="0" rtl="0" algn="ctr">
                  <a:lnSpc>
                    <a:spcPct val="17827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7" name="Google Shape;527;p3"/>
            <p:cNvGrpSpPr/>
            <p:nvPr/>
          </p:nvGrpSpPr>
          <p:grpSpPr>
            <a:xfrm rot="-13330">
              <a:off x="593983" y="662219"/>
              <a:ext cx="7339627" cy="12495311"/>
              <a:chOff x="0" y="0"/>
              <a:chExt cx="660400" cy="1124295"/>
            </a:xfrm>
          </p:grpSpPr>
          <p:sp>
            <p:nvSpPr>
              <p:cNvPr id="528" name="Google Shape;528;p3"/>
              <p:cNvSpPr/>
              <p:nvPr/>
            </p:nvSpPr>
            <p:spPr>
              <a:xfrm>
                <a:off x="0" y="0"/>
                <a:ext cx="660400" cy="1124295"/>
              </a:xfrm>
              <a:custGeom>
                <a:rect b="b" l="l" r="r" t="t"/>
                <a:pathLst>
                  <a:path extrusionOk="0" h="1124295" w="660400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3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3200" lIns="93200" spcFirstLastPara="1" rIns="93200" wrap="square" tIns="93200">
                <a:noAutofit/>
              </a:bodyPr>
              <a:lstStyle/>
              <a:p>
                <a:pPr indent="0" lvl="0" marL="0" marR="0" rtl="0" algn="ctr">
                  <a:lnSpc>
                    <a:spcPct val="17827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0" name="Google Shape;530;p3"/>
            <p:cNvGrpSpPr/>
            <p:nvPr/>
          </p:nvGrpSpPr>
          <p:grpSpPr>
            <a:xfrm rot="-13330">
              <a:off x="1227344" y="1412307"/>
              <a:ext cx="6072904" cy="10995136"/>
              <a:chOff x="0" y="0"/>
              <a:chExt cx="660400" cy="1195670"/>
            </a:xfrm>
          </p:grpSpPr>
          <p:sp>
            <p:nvSpPr>
              <p:cNvPr id="531" name="Google Shape;531;p3"/>
              <p:cNvSpPr/>
              <p:nvPr/>
            </p:nvSpPr>
            <p:spPr>
              <a:xfrm>
                <a:off x="0" y="0"/>
                <a:ext cx="660400" cy="1195670"/>
              </a:xfrm>
              <a:custGeom>
                <a:rect b="b" l="l" r="r" t="t"/>
                <a:pathLst>
                  <a:path extrusionOk="0" h="1195670" w="66040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3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3200" lIns="93200" spcFirstLastPara="1" rIns="93200" wrap="square" tIns="93200">
                <a:noAutofit/>
              </a:bodyPr>
              <a:lstStyle/>
              <a:p>
                <a:pPr indent="0" lvl="0" marL="0" marR="0" rtl="0" algn="ctr">
                  <a:lnSpc>
                    <a:spcPct val="17827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3" name="Google Shape;533;p3"/>
            <p:cNvGrpSpPr/>
            <p:nvPr/>
          </p:nvGrpSpPr>
          <p:grpSpPr>
            <a:xfrm rot="-13330">
              <a:off x="1870407" y="2156270"/>
              <a:ext cx="4786779" cy="9507210"/>
              <a:chOff x="0" y="0"/>
              <a:chExt cx="660400" cy="1311646"/>
            </a:xfrm>
          </p:grpSpPr>
          <p:sp>
            <p:nvSpPr>
              <p:cNvPr id="534" name="Google Shape;534;p3"/>
              <p:cNvSpPr/>
              <p:nvPr/>
            </p:nvSpPr>
            <p:spPr>
              <a:xfrm>
                <a:off x="0" y="0"/>
                <a:ext cx="660400" cy="1311646"/>
              </a:xfrm>
              <a:custGeom>
                <a:rect b="b" l="l" r="r" t="t"/>
                <a:pathLst>
                  <a:path extrusionOk="0" h="1311646" w="660400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3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3200" lIns="93200" spcFirstLastPara="1" rIns="93200" wrap="square" tIns="93200">
                <a:noAutofit/>
              </a:bodyPr>
              <a:lstStyle/>
              <a:p>
                <a:pPr indent="0" lvl="0" marL="0" marR="0" rtl="0" algn="ctr">
                  <a:lnSpc>
                    <a:spcPct val="17827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6" name="Google Shape;536;p3"/>
            <p:cNvGrpSpPr/>
            <p:nvPr/>
          </p:nvGrpSpPr>
          <p:grpSpPr>
            <a:xfrm rot="-13330">
              <a:off x="2410816" y="2764747"/>
              <a:ext cx="3705961" cy="8290256"/>
              <a:chOff x="0" y="0"/>
              <a:chExt cx="660400" cy="1477319"/>
            </a:xfrm>
          </p:grpSpPr>
          <p:sp>
            <p:nvSpPr>
              <p:cNvPr id="537" name="Google Shape;537;p3"/>
              <p:cNvSpPr/>
              <p:nvPr/>
            </p:nvSpPr>
            <p:spPr>
              <a:xfrm>
                <a:off x="0" y="0"/>
                <a:ext cx="660400" cy="1477319"/>
              </a:xfrm>
              <a:custGeom>
                <a:rect b="b" l="l" r="r" t="t"/>
                <a:pathLst>
                  <a:path extrusionOk="0" h="1477319" w="660400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3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3200" lIns="93200" spcFirstLastPara="1" rIns="93200" wrap="square" tIns="93200">
                <a:noAutofit/>
              </a:bodyPr>
              <a:lstStyle/>
              <a:p>
                <a:pPr indent="0" lvl="0" marL="0" marR="0" rtl="0" algn="ctr">
                  <a:lnSpc>
                    <a:spcPct val="17827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9" name="Google Shape;539;p3"/>
            <p:cNvGrpSpPr/>
            <p:nvPr/>
          </p:nvGrpSpPr>
          <p:grpSpPr>
            <a:xfrm rot="-13330">
              <a:off x="2879846" y="3346503"/>
              <a:ext cx="2767901" cy="7126744"/>
              <a:chOff x="0" y="0"/>
              <a:chExt cx="660400" cy="1700386"/>
            </a:xfrm>
          </p:grpSpPr>
          <p:sp>
            <p:nvSpPr>
              <p:cNvPr id="540" name="Google Shape;540;p3"/>
              <p:cNvSpPr/>
              <p:nvPr/>
            </p:nvSpPr>
            <p:spPr>
              <a:xfrm>
                <a:off x="0" y="0"/>
                <a:ext cx="660400" cy="1700386"/>
              </a:xfrm>
              <a:custGeom>
                <a:rect b="b" l="l" r="r" t="t"/>
                <a:pathLst>
                  <a:path extrusionOk="0" h="1700386" w="660400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3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3200" lIns="93200" spcFirstLastPara="1" rIns="93200" wrap="square" tIns="93200">
                <a:noAutofit/>
              </a:bodyPr>
              <a:lstStyle/>
              <a:p>
                <a:pPr indent="0" lvl="0" marL="0" marR="0" rtl="0" algn="ctr">
                  <a:lnSpc>
                    <a:spcPct val="17827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42" name="Google Shape;542;p3"/>
          <p:cNvSpPr/>
          <p:nvPr/>
        </p:nvSpPr>
        <p:spPr>
          <a:xfrm>
            <a:off x="-83900" y="2219346"/>
            <a:ext cx="18287797" cy="262403"/>
          </a:xfrm>
          <a:custGeom>
            <a:rect b="b" l="l" r="r" t="t"/>
            <a:pathLst>
              <a:path extrusionOk="0" h="45203" w="5151492">
                <a:moveTo>
                  <a:pt x="0" y="0"/>
                </a:moveTo>
                <a:lnTo>
                  <a:pt x="5151492" y="0"/>
                </a:lnTo>
                <a:lnTo>
                  <a:pt x="5151492" y="45203"/>
                </a:lnTo>
                <a:lnTo>
                  <a:pt x="0" y="4520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grpSp>
        <p:nvGrpSpPr>
          <p:cNvPr id="543" name="Google Shape;543;p3"/>
          <p:cNvGrpSpPr/>
          <p:nvPr/>
        </p:nvGrpSpPr>
        <p:grpSpPr>
          <a:xfrm>
            <a:off x="607488" y="2968850"/>
            <a:ext cx="602772" cy="602772"/>
            <a:chOff x="0" y="0"/>
            <a:chExt cx="812800" cy="812800"/>
          </a:xfrm>
        </p:grpSpPr>
        <p:sp>
          <p:nvSpPr>
            <p:cNvPr id="544" name="Google Shape;544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545" name="Google Shape;545;p3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46" name="Google Shape;54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500" y="6302150"/>
            <a:ext cx="4798300" cy="4186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3"/>
          <p:cNvPicPr preferRelativeResize="0"/>
          <p:nvPr/>
        </p:nvPicPr>
        <p:blipFill rotWithShape="1">
          <a:blip r:embed="rId4">
            <a:alphaModFix/>
          </a:blip>
          <a:srcRect b="28891" l="0" r="0" t="0"/>
          <a:stretch/>
        </p:blipFill>
        <p:spPr>
          <a:xfrm>
            <a:off x="5747775" y="2968850"/>
            <a:ext cx="4321402" cy="4097275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3"/>
          <p:cNvSpPr txBox="1"/>
          <p:nvPr/>
        </p:nvSpPr>
        <p:spPr>
          <a:xfrm>
            <a:off x="5747775" y="7495075"/>
            <a:ext cx="4453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i="0" lang="en-US" sz="2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Membranes:</a:t>
            </a:r>
            <a:endParaRPr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Roboto"/>
              <a:buChar char="●"/>
            </a:pPr>
            <a:r>
              <a:rPr i="0" lang="en-US" sz="2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Low resistance in gas transport</a:t>
            </a:r>
            <a:endParaRPr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Roboto"/>
              <a:buChar char="●"/>
            </a:pPr>
            <a:r>
              <a:rPr i="0" lang="en-US" sz="2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Light Weight</a:t>
            </a:r>
            <a:endParaRPr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Roboto"/>
              <a:buChar char="●"/>
            </a:pPr>
            <a:r>
              <a:rPr i="0" lang="en-US" sz="2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Porous</a:t>
            </a:r>
            <a:endParaRPr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49" name="Google Shape;549;p3"/>
          <p:cNvPicPr preferRelativeResize="0"/>
          <p:nvPr/>
        </p:nvPicPr>
        <p:blipFill rotWithShape="1">
          <a:blip r:embed="rId5">
            <a:alphaModFix/>
          </a:blip>
          <a:srcRect b="0" l="0" r="63325" t="0"/>
          <a:stretch/>
        </p:blipFill>
        <p:spPr>
          <a:xfrm>
            <a:off x="10344750" y="2794713"/>
            <a:ext cx="3991301" cy="469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3"/>
          <p:cNvPicPr preferRelativeResize="0"/>
          <p:nvPr/>
        </p:nvPicPr>
        <p:blipFill rotWithShape="1">
          <a:blip r:embed="rId5">
            <a:alphaModFix/>
          </a:blip>
          <a:srcRect b="0" l="55695" r="0" t="20666"/>
          <a:stretch/>
        </p:blipFill>
        <p:spPr>
          <a:xfrm>
            <a:off x="12451800" y="7066130"/>
            <a:ext cx="4798300" cy="3708594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3"/>
          <p:cNvSpPr/>
          <p:nvPr/>
        </p:nvSpPr>
        <p:spPr>
          <a:xfrm rot="4423417">
            <a:off x="14125017" y="5474308"/>
            <a:ext cx="1997352" cy="989136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DBFF8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6" name="Google Shape;556;p4"/>
          <p:cNvGrpSpPr/>
          <p:nvPr/>
        </p:nvGrpSpPr>
        <p:grpSpPr>
          <a:xfrm>
            <a:off x="-2780907" y="-3532336"/>
            <a:ext cx="6568145" cy="10644284"/>
            <a:chOff x="1" y="1"/>
            <a:chExt cx="8757526" cy="14192379"/>
          </a:xfrm>
        </p:grpSpPr>
        <p:grpSp>
          <p:nvGrpSpPr>
            <p:cNvPr id="557" name="Google Shape;557;p4"/>
            <p:cNvGrpSpPr/>
            <p:nvPr/>
          </p:nvGrpSpPr>
          <p:grpSpPr>
            <a:xfrm rot="-13330">
              <a:off x="27419" y="16820"/>
              <a:ext cx="8702690" cy="14158740"/>
              <a:chOff x="0" y="0"/>
              <a:chExt cx="660400" cy="1074430"/>
            </a:xfrm>
          </p:grpSpPr>
          <p:sp>
            <p:nvSpPr>
              <p:cNvPr id="558" name="Google Shape;558;p4"/>
              <p:cNvSpPr/>
              <p:nvPr/>
            </p:nvSpPr>
            <p:spPr>
              <a:xfrm>
                <a:off x="0" y="0"/>
                <a:ext cx="660400" cy="1074430"/>
              </a:xfrm>
              <a:custGeom>
                <a:rect b="b" l="l" r="r" t="t"/>
                <a:pathLst>
                  <a:path extrusionOk="0" h="1074430" w="66040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9" name="Google Shape;559;p4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0" name="Google Shape;560;p4"/>
            <p:cNvGrpSpPr/>
            <p:nvPr/>
          </p:nvGrpSpPr>
          <p:grpSpPr>
            <a:xfrm rot="-13330">
              <a:off x="610302" y="680075"/>
              <a:ext cx="7537530" cy="12832230"/>
              <a:chOff x="0" y="0"/>
              <a:chExt cx="660400" cy="1124295"/>
            </a:xfrm>
          </p:grpSpPr>
          <p:sp>
            <p:nvSpPr>
              <p:cNvPr id="561" name="Google Shape;561;p4"/>
              <p:cNvSpPr/>
              <p:nvPr/>
            </p:nvSpPr>
            <p:spPr>
              <a:xfrm>
                <a:off x="0" y="0"/>
                <a:ext cx="660400" cy="1124295"/>
              </a:xfrm>
              <a:custGeom>
                <a:rect b="b" l="l" r="r" t="t"/>
                <a:pathLst>
                  <a:path extrusionOk="0" h="1124295" w="660400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Google Shape;562;p4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3" name="Google Shape;563;p4"/>
            <p:cNvGrpSpPr/>
            <p:nvPr/>
          </p:nvGrpSpPr>
          <p:grpSpPr>
            <a:xfrm rot="-13330">
              <a:off x="1299019" y="1564688"/>
              <a:ext cx="6236652" cy="11291604"/>
              <a:chOff x="0" y="0"/>
              <a:chExt cx="660400" cy="1195670"/>
            </a:xfrm>
          </p:grpSpPr>
          <p:sp>
            <p:nvSpPr>
              <p:cNvPr id="564" name="Google Shape;564;p4"/>
              <p:cNvSpPr/>
              <p:nvPr/>
            </p:nvSpPr>
            <p:spPr>
              <a:xfrm>
                <a:off x="0" y="0"/>
                <a:ext cx="660400" cy="1195670"/>
              </a:xfrm>
              <a:custGeom>
                <a:rect b="b" l="l" r="r" t="t"/>
                <a:pathLst>
                  <a:path extrusionOk="0" h="1195670" w="66040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4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6" name="Google Shape;566;p4"/>
            <p:cNvGrpSpPr/>
            <p:nvPr/>
          </p:nvGrpSpPr>
          <p:grpSpPr>
            <a:xfrm rot="-13330">
              <a:off x="2035240" y="2507086"/>
              <a:ext cx="4915848" cy="9763559"/>
              <a:chOff x="0" y="0"/>
              <a:chExt cx="660400" cy="1311646"/>
            </a:xfrm>
          </p:grpSpPr>
          <p:sp>
            <p:nvSpPr>
              <p:cNvPr id="567" name="Google Shape;567;p4"/>
              <p:cNvSpPr/>
              <p:nvPr/>
            </p:nvSpPr>
            <p:spPr>
              <a:xfrm>
                <a:off x="0" y="0"/>
                <a:ext cx="660400" cy="1311646"/>
              </a:xfrm>
              <a:custGeom>
                <a:rect b="b" l="l" r="r" t="t"/>
                <a:pathLst>
                  <a:path extrusionOk="0" h="1311646" w="660400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4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9" name="Google Shape;569;p4"/>
            <p:cNvGrpSpPr/>
            <p:nvPr/>
          </p:nvGrpSpPr>
          <p:grpSpPr>
            <a:xfrm rot="-13330">
              <a:off x="2564821" y="3134257"/>
              <a:ext cx="3805887" cy="8513792"/>
              <a:chOff x="0" y="0"/>
              <a:chExt cx="660400" cy="1477319"/>
            </a:xfrm>
          </p:grpSpPr>
          <p:sp>
            <p:nvSpPr>
              <p:cNvPr id="570" name="Google Shape;570;p4"/>
              <p:cNvSpPr/>
              <p:nvPr/>
            </p:nvSpPr>
            <p:spPr>
              <a:xfrm>
                <a:off x="0" y="0"/>
                <a:ext cx="660400" cy="1477319"/>
              </a:xfrm>
              <a:custGeom>
                <a:rect b="b" l="l" r="r" t="t"/>
                <a:pathLst>
                  <a:path extrusionOk="0" h="1477319" w="660400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571;p4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2" name="Google Shape;572;p4"/>
            <p:cNvGrpSpPr/>
            <p:nvPr/>
          </p:nvGrpSpPr>
          <p:grpSpPr>
            <a:xfrm rot="-13330">
              <a:off x="2957491" y="3701897"/>
              <a:ext cx="2842534" cy="7318907"/>
              <a:chOff x="0" y="0"/>
              <a:chExt cx="660400" cy="1700386"/>
            </a:xfrm>
          </p:grpSpPr>
          <p:sp>
            <p:nvSpPr>
              <p:cNvPr id="573" name="Google Shape;573;p4"/>
              <p:cNvSpPr/>
              <p:nvPr/>
            </p:nvSpPr>
            <p:spPr>
              <a:xfrm>
                <a:off x="0" y="0"/>
                <a:ext cx="660400" cy="1700386"/>
              </a:xfrm>
              <a:custGeom>
                <a:rect b="b" l="l" r="r" t="t"/>
                <a:pathLst>
                  <a:path extrusionOk="0" h="1700386" w="660400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4" name="Google Shape;574;p4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75" name="Google Shape;575;p4"/>
          <p:cNvGrpSpPr/>
          <p:nvPr/>
        </p:nvGrpSpPr>
        <p:grpSpPr>
          <a:xfrm>
            <a:off x="15024491" y="6196130"/>
            <a:ext cx="6527018" cy="10619055"/>
            <a:chOff x="0" y="0"/>
            <a:chExt cx="8702690" cy="14158740"/>
          </a:xfrm>
        </p:grpSpPr>
        <p:grpSp>
          <p:nvGrpSpPr>
            <p:cNvPr id="576" name="Google Shape;576;p4"/>
            <p:cNvGrpSpPr/>
            <p:nvPr/>
          </p:nvGrpSpPr>
          <p:grpSpPr>
            <a:xfrm rot="10800000">
              <a:off x="0" y="0"/>
              <a:ext cx="8702690" cy="14158740"/>
              <a:chOff x="0" y="0"/>
              <a:chExt cx="660400" cy="1074430"/>
            </a:xfrm>
          </p:grpSpPr>
          <p:sp>
            <p:nvSpPr>
              <p:cNvPr id="577" name="Google Shape;577;p4"/>
              <p:cNvSpPr/>
              <p:nvPr/>
            </p:nvSpPr>
            <p:spPr>
              <a:xfrm>
                <a:off x="0" y="0"/>
                <a:ext cx="660400" cy="1074430"/>
              </a:xfrm>
              <a:custGeom>
                <a:rect b="b" l="l" r="r" t="t"/>
                <a:pathLst>
                  <a:path extrusionOk="0" h="1074430" w="66040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p4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9" name="Google Shape;579;p4"/>
            <p:cNvGrpSpPr/>
            <p:nvPr/>
          </p:nvGrpSpPr>
          <p:grpSpPr>
            <a:xfrm rot="10800000">
              <a:off x="646080" y="688655"/>
              <a:ext cx="7537530" cy="12832230"/>
              <a:chOff x="0" y="0"/>
              <a:chExt cx="660400" cy="1124295"/>
            </a:xfrm>
          </p:grpSpPr>
          <p:sp>
            <p:nvSpPr>
              <p:cNvPr id="580" name="Google Shape;580;p4"/>
              <p:cNvSpPr/>
              <p:nvPr/>
            </p:nvSpPr>
            <p:spPr>
              <a:xfrm>
                <a:off x="0" y="0"/>
                <a:ext cx="660400" cy="1124295"/>
              </a:xfrm>
              <a:custGeom>
                <a:rect b="b" l="l" r="r" t="t"/>
                <a:pathLst>
                  <a:path extrusionOk="0" h="1124295" w="660400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1" name="Google Shape;581;p4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2" name="Google Shape;582;p4"/>
            <p:cNvGrpSpPr/>
            <p:nvPr/>
          </p:nvGrpSpPr>
          <p:grpSpPr>
            <a:xfrm rot="10800000">
              <a:off x="1271119" y="1387811"/>
              <a:ext cx="6236652" cy="11291604"/>
              <a:chOff x="0" y="0"/>
              <a:chExt cx="660400" cy="1195670"/>
            </a:xfrm>
          </p:grpSpPr>
          <p:sp>
            <p:nvSpPr>
              <p:cNvPr id="583" name="Google Shape;583;p4"/>
              <p:cNvSpPr/>
              <p:nvPr/>
            </p:nvSpPr>
            <p:spPr>
              <a:xfrm>
                <a:off x="0" y="0"/>
                <a:ext cx="660400" cy="1195670"/>
              </a:xfrm>
              <a:custGeom>
                <a:rect b="b" l="l" r="r" t="t"/>
                <a:pathLst>
                  <a:path extrusionOk="0" h="1195670" w="66040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p4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5" name="Google Shape;585;p4"/>
            <p:cNvGrpSpPr/>
            <p:nvPr/>
          </p:nvGrpSpPr>
          <p:grpSpPr>
            <a:xfrm rot="10800000">
              <a:off x="1893421" y="2184891"/>
              <a:ext cx="4915848" cy="9763559"/>
              <a:chOff x="0" y="0"/>
              <a:chExt cx="660400" cy="1311646"/>
            </a:xfrm>
          </p:grpSpPr>
          <p:sp>
            <p:nvSpPr>
              <p:cNvPr id="586" name="Google Shape;586;p4"/>
              <p:cNvSpPr/>
              <p:nvPr/>
            </p:nvSpPr>
            <p:spPr>
              <a:xfrm>
                <a:off x="0" y="0"/>
                <a:ext cx="660400" cy="1311646"/>
              </a:xfrm>
              <a:custGeom>
                <a:rect b="b" l="l" r="r" t="t"/>
                <a:pathLst>
                  <a:path extrusionOk="0" h="1311646" w="660400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p4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8" name="Google Shape;588;p4"/>
            <p:cNvGrpSpPr/>
            <p:nvPr/>
          </p:nvGrpSpPr>
          <p:grpSpPr>
            <a:xfrm rot="10800000">
              <a:off x="2511902" y="2951507"/>
              <a:ext cx="3805887" cy="8513792"/>
              <a:chOff x="0" y="0"/>
              <a:chExt cx="660400" cy="1477319"/>
            </a:xfrm>
          </p:grpSpPr>
          <p:sp>
            <p:nvSpPr>
              <p:cNvPr id="589" name="Google Shape;589;p4"/>
              <p:cNvSpPr/>
              <p:nvPr/>
            </p:nvSpPr>
            <p:spPr>
              <a:xfrm>
                <a:off x="0" y="0"/>
                <a:ext cx="660400" cy="1477319"/>
              </a:xfrm>
              <a:custGeom>
                <a:rect b="b" l="l" r="r" t="t"/>
                <a:pathLst>
                  <a:path extrusionOk="0" h="1477319" w="660400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4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1" name="Google Shape;591;p4"/>
            <p:cNvGrpSpPr/>
            <p:nvPr/>
          </p:nvGrpSpPr>
          <p:grpSpPr>
            <a:xfrm rot="10800000">
              <a:off x="3144845" y="3652088"/>
              <a:ext cx="2842534" cy="7318907"/>
              <a:chOff x="0" y="0"/>
              <a:chExt cx="660400" cy="1700386"/>
            </a:xfrm>
          </p:grpSpPr>
          <p:sp>
            <p:nvSpPr>
              <p:cNvPr id="592" name="Google Shape;592;p4"/>
              <p:cNvSpPr/>
              <p:nvPr/>
            </p:nvSpPr>
            <p:spPr>
              <a:xfrm>
                <a:off x="0" y="0"/>
                <a:ext cx="660400" cy="1700386"/>
              </a:xfrm>
              <a:custGeom>
                <a:rect b="b" l="l" r="r" t="t"/>
                <a:pathLst>
                  <a:path extrusionOk="0" h="1700386" w="660400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4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94" name="Google Shape;594;p4"/>
          <p:cNvGrpSpPr/>
          <p:nvPr/>
        </p:nvGrpSpPr>
        <p:grpSpPr>
          <a:xfrm>
            <a:off x="1028700" y="1028700"/>
            <a:ext cx="16230600" cy="8229600"/>
            <a:chOff x="0" y="0"/>
            <a:chExt cx="21640800" cy="10972800"/>
          </a:xfrm>
        </p:grpSpPr>
        <p:grpSp>
          <p:nvGrpSpPr>
            <p:cNvPr id="595" name="Google Shape;595;p4"/>
            <p:cNvGrpSpPr/>
            <p:nvPr/>
          </p:nvGrpSpPr>
          <p:grpSpPr>
            <a:xfrm>
              <a:off x="0" y="0"/>
              <a:ext cx="21640800" cy="10972800"/>
              <a:chOff x="0" y="0"/>
              <a:chExt cx="4274726" cy="2167467"/>
            </a:xfrm>
          </p:grpSpPr>
          <p:sp>
            <p:nvSpPr>
              <p:cNvPr id="596" name="Google Shape;596;p4"/>
              <p:cNvSpPr/>
              <p:nvPr/>
            </p:nvSpPr>
            <p:spPr>
              <a:xfrm>
                <a:off x="0" y="0"/>
                <a:ext cx="4274726" cy="2167467"/>
              </a:xfrm>
              <a:custGeom>
                <a:rect b="b" l="l" r="r" t="t"/>
                <a:pathLst>
                  <a:path extrusionOk="0" h="2167467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97" name="Google Shape;597;p4"/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8" name="Google Shape;598;p4"/>
            <p:cNvGrpSpPr/>
            <p:nvPr/>
          </p:nvGrpSpPr>
          <p:grpSpPr>
            <a:xfrm>
              <a:off x="640752" y="716591"/>
              <a:ext cx="20416929" cy="9650328"/>
              <a:chOff x="0" y="0"/>
              <a:chExt cx="4032974" cy="1906238"/>
            </a:xfrm>
          </p:grpSpPr>
          <p:sp>
            <p:nvSpPr>
              <p:cNvPr id="599" name="Google Shape;599;p4"/>
              <p:cNvSpPr/>
              <p:nvPr/>
            </p:nvSpPr>
            <p:spPr>
              <a:xfrm>
                <a:off x="0" y="0"/>
                <a:ext cx="4032974" cy="1906238"/>
              </a:xfrm>
              <a:custGeom>
                <a:rect b="b" l="l" r="r" t="t"/>
                <a:pathLst>
                  <a:path extrusionOk="0" h="1906238" w="4032974">
                    <a:moveTo>
                      <a:pt x="0" y="0"/>
                    </a:moveTo>
                    <a:lnTo>
                      <a:pt x="4032974" y="0"/>
                    </a:lnTo>
                    <a:lnTo>
                      <a:pt x="4032974" y="1906238"/>
                    </a:lnTo>
                    <a:lnTo>
                      <a:pt x="0" y="190623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B89D40"/>
                </a:solidFill>
                <a:prstDash val="solid"/>
                <a:round/>
                <a:headEnd len="sm" w="sm" type="none"/>
                <a:tailEnd len="sm" w="sm" type="none"/>
              </a:ln>
            </p:spPr>
          </p:sp>
          <p:sp>
            <p:nvSpPr>
              <p:cNvPr id="600" name="Google Shape;600;p4"/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711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601" name="Google Shape;6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7150" y="1645550"/>
            <a:ext cx="6799325" cy="710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17425" y="2406625"/>
            <a:ext cx="5546700" cy="4178350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"/>
          <p:cNvSpPr txBox="1"/>
          <p:nvPr/>
        </p:nvSpPr>
        <p:spPr>
          <a:xfrm>
            <a:off x="9856113" y="6932650"/>
            <a:ext cx="60585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i="0" lang="en-US" sz="2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Use TGA (Thermogravimetric Analyzer) to measure sorbent’s performance in direct air capture.</a:t>
            </a:r>
            <a:endParaRPr i="0" sz="2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8" name="Google Shape;608;p5"/>
          <p:cNvGrpSpPr/>
          <p:nvPr/>
        </p:nvGrpSpPr>
        <p:grpSpPr>
          <a:xfrm>
            <a:off x="12048932" y="0"/>
            <a:ext cx="6239068" cy="10287000"/>
            <a:chOff x="0" y="0"/>
            <a:chExt cx="1643211" cy="2709333"/>
          </a:xfrm>
        </p:grpSpPr>
        <p:sp>
          <p:nvSpPr>
            <p:cNvPr id="609" name="Google Shape;609;p5"/>
            <p:cNvSpPr/>
            <p:nvPr/>
          </p:nvSpPr>
          <p:spPr>
            <a:xfrm>
              <a:off x="0" y="0"/>
              <a:ext cx="1643211" cy="2709333"/>
            </a:xfrm>
            <a:custGeom>
              <a:rect b="b" l="l" r="r" t="t"/>
              <a:pathLst>
                <a:path extrusionOk="0" h="2709333" w="1643211">
                  <a:moveTo>
                    <a:pt x="0" y="0"/>
                  </a:moveTo>
                  <a:lnTo>
                    <a:pt x="1643211" y="0"/>
                  </a:lnTo>
                  <a:lnTo>
                    <a:pt x="164321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DBFF8"/>
            </a:solidFill>
            <a:ln>
              <a:noFill/>
            </a:ln>
          </p:spPr>
        </p:sp>
        <p:sp>
          <p:nvSpPr>
            <p:cNvPr id="610" name="Google Shape;610;p5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1" name="Google Shape;611;p5"/>
          <p:cNvGrpSpPr/>
          <p:nvPr/>
        </p:nvGrpSpPr>
        <p:grpSpPr>
          <a:xfrm rot="10786669">
            <a:off x="14650788" y="-4023010"/>
            <a:ext cx="6527018" cy="10619055"/>
            <a:chOff x="0" y="0"/>
            <a:chExt cx="8702690" cy="14158740"/>
          </a:xfrm>
        </p:grpSpPr>
        <p:grpSp>
          <p:nvGrpSpPr>
            <p:cNvPr id="612" name="Google Shape;612;p5"/>
            <p:cNvGrpSpPr/>
            <p:nvPr/>
          </p:nvGrpSpPr>
          <p:grpSpPr>
            <a:xfrm rot="10800000">
              <a:off x="0" y="0"/>
              <a:ext cx="8702690" cy="14158740"/>
              <a:chOff x="0" y="0"/>
              <a:chExt cx="660400" cy="1074430"/>
            </a:xfrm>
          </p:grpSpPr>
          <p:sp>
            <p:nvSpPr>
              <p:cNvPr id="613" name="Google Shape;613;p5"/>
              <p:cNvSpPr/>
              <p:nvPr/>
            </p:nvSpPr>
            <p:spPr>
              <a:xfrm>
                <a:off x="0" y="0"/>
                <a:ext cx="660400" cy="1074430"/>
              </a:xfrm>
              <a:custGeom>
                <a:rect b="b" l="l" r="r" t="t"/>
                <a:pathLst>
                  <a:path extrusionOk="0" h="1074430" w="66040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5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5" name="Google Shape;615;p5"/>
            <p:cNvGrpSpPr/>
            <p:nvPr/>
          </p:nvGrpSpPr>
          <p:grpSpPr>
            <a:xfrm rot="10800000">
              <a:off x="582580" y="585023"/>
              <a:ext cx="7537530" cy="12832230"/>
              <a:chOff x="0" y="0"/>
              <a:chExt cx="660400" cy="1124295"/>
            </a:xfrm>
          </p:grpSpPr>
          <p:sp>
            <p:nvSpPr>
              <p:cNvPr id="616" name="Google Shape;616;p5"/>
              <p:cNvSpPr/>
              <p:nvPr/>
            </p:nvSpPr>
            <p:spPr>
              <a:xfrm>
                <a:off x="0" y="0"/>
                <a:ext cx="660400" cy="1124295"/>
              </a:xfrm>
              <a:custGeom>
                <a:rect b="b" l="l" r="r" t="t"/>
                <a:pathLst>
                  <a:path extrusionOk="0" h="1124295" w="660400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5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8" name="Google Shape;618;p5"/>
            <p:cNvGrpSpPr/>
            <p:nvPr/>
          </p:nvGrpSpPr>
          <p:grpSpPr>
            <a:xfrm rot="10800000">
              <a:off x="1233019" y="1309578"/>
              <a:ext cx="6236652" cy="11291604"/>
              <a:chOff x="0" y="0"/>
              <a:chExt cx="660400" cy="1195670"/>
            </a:xfrm>
          </p:grpSpPr>
          <p:sp>
            <p:nvSpPr>
              <p:cNvPr id="619" name="Google Shape;619;p5"/>
              <p:cNvSpPr/>
              <p:nvPr/>
            </p:nvSpPr>
            <p:spPr>
              <a:xfrm>
                <a:off x="0" y="0"/>
                <a:ext cx="660400" cy="1195670"/>
              </a:xfrm>
              <a:custGeom>
                <a:rect b="b" l="l" r="r" t="t"/>
                <a:pathLst>
                  <a:path extrusionOk="0" h="1195670" w="66040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5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1" name="Google Shape;621;p5"/>
            <p:cNvGrpSpPr/>
            <p:nvPr/>
          </p:nvGrpSpPr>
          <p:grpSpPr>
            <a:xfrm rot="10800000">
              <a:off x="1893421" y="2171615"/>
              <a:ext cx="4915848" cy="9763559"/>
              <a:chOff x="0" y="0"/>
              <a:chExt cx="660400" cy="1311646"/>
            </a:xfrm>
          </p:grpSpPr>
          <p:sp>
            <p:nvSpPr>
              <p:cNvPr id="622" name="Google Shape;622;p5"/>
              <p:cNvSpPr/>
              <p:nvPr/>
            </p:nvSpPr>
            <p:spPr>
              <a:xfrm>
                <a:off x="0" y="0"/>
                <a:ext cx="660400" cy="1311646"/>
              </a:xfrm>
              <a:custGeom>
                <a:rect b="b" l="l" r="r" t="t"/>
                <a:pathLst>
                  <a:path extrusionOk="0" h="1311646" w="660400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5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4" name="Google Shape;624;p5"/>
            <p:cNvGrpSpPr/>
            <p:nvPr/>
          </p:nvGrpSpPr>
          <p:grpSpPr>
            <a:xfrm rot="10800000">
              <a:off x="2448402" y="2794211"/>
              <a:ext cx="3805887" cy="8513792"/>
              <a:chOff x="0" y="0"/>
              <a:chExt cx="660400" cy="1477319"/>
            </a:xfrm>
          </p:grpSpPr>
          <p:sp>
            <p:nvSpPr>
              <p:cNvPr id="625" name="Google Shape;625;p5"/>
              <p:cNvSpPr/>
              <p:nvPr/>
            </p:nvSpPr>
            <p:spPr>
              <a:xfrm>
                <a:off x="0" y="0"/>
                <a:ext cx="660400" cy="1477319"/>
              </a:xfrm>
              <a:custGeom>
                <a:rect b="b" l="l" r="r" t="t"/>
                <a:pathLst>
                  <a:path extrusionOk="0" h="1477319" w="660400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5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7" name="Google Shape;627;p5"/>
            <p:cNvGrpSpPr/>
            <p:nvPr/>
          </p:nvGrpSpPr>
          <p:grpSpPr>
            <a:xfrm rot="10800000">
              <a:off x="2930078" y="3421456"/>
              <a:ext cx="2842534" cy="7318907"/>
              <a:chOff x="0" y="0"/>
              <a:chExt cx="660400" cy="1700386"/>
            </a:xfrm>
          </p:grpSpPr>
          <p:sp>
            <p:nvSpPr>
              <p:cNvPr id="628" name="Google Shape;628;p5"/>
              <p:cNvSpPr/>
              <p:nvPr/>
            </p:nvSpPr>
            <p:spPr>
              <a:xfrm>
                <a:off x="0" y="0"/>
                <a:ext cx="660400" cy="1700386"/>
              </a:xfrm>
              <a:custGeom>
                <a:rect b="b" l="l" r="r" t="t"/>
                <a:pathLst>
                  <a:path extrusionOk="0" h="1700386" w="660400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5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30" name="Google Shape;630;p5"/>
          <p:cNvSpPr txBox="1"/>
          <p:nvPr/>
        </p:nvSpPr>
        <p:spPr>
          <a:xfrm>
            <a:off x="1028700" y="802400"/>
            <a:ext cx="86610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0" i="0" lang="en-US" sz="7500" u="none" cap="none" strike="noStrik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Multiple Factors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1" name="Google Shape;631;p5"/>
          <p:cNvGrpSpPr/>
          <p:nvPr/>
        </p:nvGrpSpPr>
        <p:grpSpPr>
          <a:xfrm>
            <a:off x="-2589058" y="7920014"/>
            <a:ext cx="4713027" cy="7667804"/>
            <a:chOff x="21" y="34"/>
            <a:chExt cx="6284036" cy="10223739"/>
          </a:xfrm>
        </p:grpSpPr>
        <p:grpSp>
          <p:nvGrpSpPr>
            <p:cNvPr id="632" name="Google Shape;632;p5"/>
            <p:cNvGrpSpPr/>
            <p:nvPr/>
          </p:nvGrpSpPr>
          <p:grpSpPr>
            <a:xfrm rot="10800000">
              <a:off x="21" y="34"/>
              <a:ext cx="6284036" cy="10223739"/>
              <a:chOff x="0" y="0"/>
              <a:chExt cx="660400" cy="1074430"/>
            </a:xfrm>
          </p:grpSpPr>
          <p:sp>
            <p:nvSpPr>
              <p:cNvPr id="633" name="Google Shape;633;p5"/>
              <p:cNvSpPr/>
              <p:nvPr/>
            </p:nvSpPr>
            <p:spPr>
              <a:xfrm>
                <a:off x="0" y="0"/>
                <a:ext cx="660400" cy="1074430"/>
              </a:xfrm>
              <a:custGeom>
                <a:rect b="b" l="l" r="r" t="t"/>
                <a:pathLst>
                  <a:path extrusionOk="0" h="1074430" w="66040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B89D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p5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32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5" name="Google Shape;635;p5"/>
            <p:cNvGrpSpPr/>
            <p:nvPr/>
          </p:nvGrpSpPr>
          <p:grpSpPr>
            <a:xfrm rot="10800000">
              <a:off x="420699" y="422481"/>
              <a:ext cx="5442687" cy="9265877"/>
              <a:chOff x="0" y="0"/>
              <a:chExt cx="660400" cy="1124295"/>
            </a:xfrm>
          </p:grpSpPr>
          <p:sp>
            <p:nvSpPr>
              <p:cNvPr id="636" name="Google Shape;636;p5"/>
              <p:cNvSpPr/>
              <p:nvPr/>
            </p:nvSpPr>
            <p:spPr>
              <a:xfrm>
                <a:off x="0" y="0"/>
                <a:ext cx="660400" cy="1124295"/>
              </a:xfrm>
              <a:custGeom>
                <a:rect b="b" l="l" r="r" t="t"/>
                <a:pathLst>
                  <a:path extrusionOk="0" h="1124295" w="660400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B89D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5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32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8" name="Google Shape;638;p5"/>
            <p:cNvGrpSpPr/>
            <p:nvPr/>
          </p:nvGrpSpPr>
          <p:grpSpPr>
            <a:xfrm rot="10800000">
              <a:off x="890316" y="945575"/>
              <a:ext cx="4503400" cy="8153513"/>
              <a:chOff x="0" y="0"/>
              <a:chExt cx="660400" cy="1195670"/>
            </a:xfrm>
          </p:grpSpPr>
          <p:sp>
            <p:nvSpPr>
              <p:cNvPr id="639" name="Google Shape;639;p5"/>
              <p:cNvSpPr/>
              <p:nvPr/>
            </p:nvSpPr>
            <p:spPr>
              <a:xfrm>
                <a:off x="0" y="0"/>
                <a:ext cx="660400" cy="1195670"/>
              </a:xfrm>
              <a:custGeom>
                <a:rect b="b" l="l" r="r" t="t"/>
                <a:pathLst>
                  <a:path extrusionOk="0" h="1195670" w="66040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B89D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5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32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1" name="Google Shape;641;p5"/>
            <p:cNvGrpSpPr/>
            <p:nvPr/>
          </p:nvGrpSpPr>
          <p:grpSpPr>
            <a:xfrm rot="10800000">
              <a:off x="1367201" y="1568078"/>
              <a:ext cx="3549650" cy="7050097"/>
              <a:chOff x="0" y="0"/>
              <a:chExt cx="660400" cy="1311646"/>
            </a:xfrm>
          </p:grpSpPr>
          <p:sp>
            <p:nvSpPr>
              <p:cNvPr id="642" name="Google Shape;642;p5"/>
              <p:cNvSpPr/>
              <p:nvPr/>
            </p:nvSpPr>
            <p:spPr>
              <a:xfrm>
                <a:off x="0" y="0"/>
                <a:ext cx="660400" cy="1311646"/>
              </a:xfrm>
              <a:custGeom>
                <a:rect b="b" l="l" r="r" t="t"/>
                <a:pathLst>
                  <a:path extrusionOk="0" h="1311646" w="660400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B89D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5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32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4" name="Google Shape;644;p5"/>
            <p:cNvGrpSpPr/>
            <p:nvPr/>
          </p:nvGrpSpPr>
          <p:grpSpPr>
            <a:xfrm rot="10800000">
              <a:off x="1767921" y="2017592"/>
              <a:ext cx="2748189" cy="6147715"/>
              <a:chOff x="0" y="0"/>
              <a:chExt cx="660400" cy="1477319"/>
            </a:xfrm>
          </p:grpSpPr>
          <p:sp>
            <p:nvSpPr>
              <p:cNvPr id="645" name="Google Shape;645;p5"/>
              <p:cNvSpPr/>
              <p:nvPr/>
            </p:nvSpPr>
            <p:spPr>
              <a:xfrm>
                <a:off x="0" y="0"/>
                <a:ext cx="660400" cy="1477319"/>
              </a:xfrm>
              <a:custGeom>
                <a:rect b="b" l="l" r="r" t="t"/>
                <a:pathLst>
                  <a:path extrusionOk="0" h="1477319" w="660400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B89D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Google Shape;646;p5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32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7" name="Google Shape;647;p5"/>
            <p:cNvGrpSpPr/>
            <p:nvPr/>
          </p:nvGrpSpPr>
          <p:grpSpPr>
            <a:xfrm rot="10800000">
              <a:off x="2115777" y="2470624"/>
              <a:ext cx="2052523" cy="5284800"/>
              <a:chOff x="0" y="0"/>
              <a:chExt cx="660400" cy="1700386"/>
            </a:xfrm>
          </p:grpSpPr>
          <p:sp>
            <p:nvSpPr>
              <p:cNvPr id="648" name="Google Shape;648;p5"/>
              <p:cNvSpPr/>
              <p:nvPr/>
            </p:nvSpPr>
            <p:spPr>
              <a:xfrm>
                <a:off x="0" y="0"/>
                <a:ext cx="660400" cy="1700386"/>
              </a:xfrm>
              <a:custGeom>
                <a:rect b="b" l="l" r="r" t="t"/>
                <a:pathLst>
                  <a:path extrusionOk="0" h="1700386" w="660400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B89D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5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32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650" name="Google Shape;65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450" y="2655038"/>
            <a:ext cx="8854150" cy="4566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2225" y="2722175"/>
            <a:ext cx="8462876" cy="484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6" name="Google Shape;65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200" y="2782775"/>
            <a:ext cx="7035350" cy="63808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7" name="Google Shape;657;p6"/>
          <p:cNvGrpSpPr/>
          <p:nvPr/>
        </p:nvGrpSpPr>
        <p:grpSpPr>
          <a:xfrm>
            <a:off x="12048932" y="0"/>
            <a:ext cx="6239108" cy="10287066"/>
            <a:chOff x="0" y="0"/>
            <a:chExt cx="1643211" cy="2709333"/>
          </a:xfrm>
        </p:grpSpPr>
        <p:sp>
          <p:nvSpPr>
            <p:cNvPr id="658" name="Google Shape;658;p6"/>
            <p:cNvSpPr/>
            <p:nvPr/>
          </p:nvSpPr>
          <p:spPr>
            <a:xfrm>
              <a:off x="0" y="0"/>
              <a:ext cx="1643211" cy="2709333"/>
            </a:xfrm>
            <a:custGeom>
              <a:rect b="b" l="l" r="r" t="t"/>
              <a:pathLst>
                <a:path extrusionOk="0" h="2709333" w="1643211">
                  <a:moveTo>
                    <a:pt x="0" y="0"/>
                  </a:moveTo>
                  <a:lnTo>
                    <a:pt x="1643211" y="0"/>
                  </a:lnTo>
                  <a:lnTo>
                    <a:pt x="164321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DBFF8"/>
            </a:solidFill>
            <a:ln>
              <a:noFill/>
            </a:ln>
          </p:spPr>
        </p:sp>
        <p:sp>
          <p:nvSpPr>
            <p:cNvPr id="659" name="Google Shape;659;p6"/>
            <p:cNvSpPr txBox="1"/>
            <p:nvPr/>
          </p:nvSpPr>
          <p:spPr>
            <a:xfrm>
              <a:off x="0" y="0"/>
              <a:ext cx="812700" cy="81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0" name="Google Shape;660;p6"/>
          <p:cNvGrpSpPr/>
          <p:nvPr/>
        </p:nvGrpSpPr>
        <p:grpSpPr>
          <a:xfrm rot="10786707">
            <a:off x="14650799" y="-4023126"/>
            <a:ext cx="6527063" cy="10619128"/>
            <a:chOff x="5" y="9"/>
            <a:chExt cx="8702685" cy="14158731"/>
          </a:xfrm>
        </p:grpSpPr>
        <p:grpSp>
          <p:nvGrpSpPr>
            <p:cNvPr id="661" name="Google Shape;661;p6"/>
            <p:cNvGrpSpPr/>
            <p:nvPr/>
          </p:nvGrpSpPr>
          <p:grpSpPr>
            <a:xfrm rot="10800000">
              <a:off x="5" y="9"/>
              <a:ext cx="8702685" cy="14158731"/>
              <a:chOff x="0" y="0"/>
              <a:chExt cx="660400" cy="1074430"/>
            </a:xfrm>
          </p:grpSpPr>
          <p:sp>
            <p:nvSpPr>
              <p:cNvPr id="662" name="Google Shape;662;p6"/>
              <p:cNvSpPr/>
              <p:nvPr/>
            </p:nvSpPr>
            <p:spPr>
              <a:xfrm>
                <a:off x="0" y="0"/>
                <a:ext cx="660400" cy="1074430"/>
              </a:xfrm>
              <a:custGeom>
                <a:rect b="b" l="l" r="r" t="t"/>
                <a:pathLst>
                  <a:path extrusionOk="0" h="1074430" w="66040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3" name="Google Shape;663;p6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4" name="Google Shape;664;p6"/>
            <p:cNvGrpSpPr/>
            <p:nvPr/>
          </p:nvGrpSpPr>
          <p:grpSpPr>
            <a:xfrm rot="10800000">
              <a:off x="582569" y="585000"/>
              <a:ext cx="7537541" cy="12832253"/>
              <a:chOff x="0" y="0"/>
              <a:chExt cx="660400" cy="1124295"/>
            </a:xfrm>
          </p:grpSpPr>
          <p:sp>
            <p:nvSpPr>
              <p:cNvPr id="665" name="Google Shape;665;p6"/>
              <p:cNvSpPr/>
              <p:nvPr/>
            </p:nvSpPr>
            <p:spPr>
              <a:xfrm>
                <a:off x="0" y="0"/>
                <a:ext cx="660400" cy="1124295"/>
              </a:xfrm>
              <a:custGeom>
                <a:rect b="b" l="l" r="r" t="t"/>
                <a:pathLst>
                  <a:path extrusionOk="0" h="1124295" w="660400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6" name="Google Shape;666;p6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7" name="Google Shape;667;p6"/>
            <p:cNvGrpSpPr/>
            <p:nvPr/>
          </p:nvGrpSpPr>
          <p:grpSpPr>
            <a:xfrm rot="10800000">
              <a:off x="1233052" y="1309633"/>
              <a:ext cx="6236619" cy="11291549"/>
              <a:chOff x="0" y="0"/>
              <a:chExt cx="660400" cy="1195670"/>
            </a:xfrm>
          </p:grpSpPr>
          <p:sp>
            <p:nvSpPr>
              <p:cNvPr id="668" name="Google Shape;668;p6"/>
              <p:cNvSpPr/>
              <p:nvPr/>
            </p:nvSpPr>
            <p:spPr>
              <a:xfrm>
                <a:off x="0" y="0"/>
                <a:ext cx="660400" cy="1195670"/>
              </a:xfrm>
              <a:custGeom>
                <a:rect b="b" l="l" r="r" t="t"/>
                <a:pathLst>
                  <a:path extrusionOk="0" h="1195670" w="66040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9" name="Google Shape;669;p6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0" name="Google Shape;670;p6"/>
            <p:cNvGrpSpPr/>
            <p:nvPr/>
          </p:nvGrpSpPr>
          <p:grpSpPr>
            <a:xfrm rot="10800000">
              <a:off x="1893450" y="2171675"/>
              <a:ext cx="4915819" cy="9763499"/>
              <a:chOff x="0" y="0"/>
              <a:chExt cx="660400" cy="1311646"/>
            </a:xfrm>
          </p:grpSpPr>
          <p:sp>
            <p:nvSpPr>
              <p:cNvPr id="671" name="Google Shape;671;p6"/>
              <p:cNvSpPr/>
              <p:nvPr/>
            </p:nvSpPr>
            <p:spPr>
              <a:xfrm>
                <a:off x="0" y="0"/>
                <a:ext cx="660400" cy="1311646"/>
              </a:xfrm>
              <a:custGeom>
                <a:rect b="b" l="l" r="r" t="t"/>
                <a:pathLst>
                  <a:path extrusionOk="0" h="1311646" w="660400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2" name="Google Shape;672;p6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3" name="Google Shape;673;p6"/>
            <p:cNvGrpSpPr/>
            <p:nvPr/>
          </p:nvGrpSpPr>
          <p:grpSpPr>
            <a:xfrm rot="10800000">
              <a:off x="2448404" y="2794214"/>
              <a:ext cx="3805885" cy="8513789"/>
              <a:chOff x="0" y="0"/>
              <a:chExt cx="660400" cy="1477319"/>
            </a:xfrm>
          </p:grpSpPr>
          <p:sp>
            <p:nvSpPr>
              <p:cNvPr id="674" name="Google Shape;674;p6"/>
              <p:cNvSpPr/>
              <p:nvPr/>
            </p:nvSpPr>
            <p:spPr>
              <a:xfrm>
                <a:off x="0" y="0"/>
                <a:ext cx="660400" cy="1477319"/>
              </a:xfrm>
              <a:custGeom>
                <a:rect b="b" l="l" r="r" t="t"/>
                <a:pathLst>
                  <a:path extrusionOk="0" h="1477319" w="660400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5" name="Google Shape;675;p6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6" name="Google Shape;676;p6"/>
            <p:cNvGrpSpPr/>
            <p:nvPr/>
          </p:nvGrpSpPr>
          <p:grpSpPr>
            <a:xfrm rot="10800000">
              <a:off x="2930052" y="3421392"/>
              <a:ext cx="2842560" cy="7318971"/>
              <a:chOff x="0" y="0"/>
              <a:chExt cx="660400" cy="1700386"/>
            </a:xfrm>
          </p:grpSpPr>
          <p:sp>
            <p:nvSpPr>
              <p:cNvPr id="677" name="Google Shape;677;p6"/>
              <p:cNvSpPr/>
              <p:nvPr/>
            </p:nvSpPr>
            <p:spPr>
              <a:xfrm>
                <a:off x="0" y="0"/>
                <a:ext cx="660400" cy="1700386"/>
              </a:xfrm>
              <a:custGeom>
                <a:rect b="b" l="l" r="r" t="t"/>
                <a:pathLst>
                  <a:path extrusionOk="0" h="1700386" w="660400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8" name="Google Shape;678;p6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79" name="Google Shape;679;p6"/>
          <p:cNvSpPr txBox="1"/>
          <p:nvPr/>
        </p:nvSpPr>
        <p:spPr>
          <a:xfrm>
            <a:off x="1028700" y="802400"/>
            <a:ext cx="86610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i="0" lang="en-US" sz="7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Multiple Factors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80" name="Google Shape;680;p6"/>
          <p:cNvGrpSpPr/>
          <p:nvPr/>
        </p:nvGrpSpPr>
        <p:grpSpPr>
          <a:xfrm>
            <a:off x="-2589058" y="7920014"/>
            <a:ext cx="4713027" cy="7667804"/>
            <a:chOff x="21" y="34"/>
            <a:chExt cx="6284036" cy="10223739"/>
          </a:xfrm>
        </p:grpSpPr>
        <p:grpSp>
          <p:nvGrpSpPr>
            <p:cNvPr id="681" name="Google Shape;681;p6"/>
            <p:cNvGrpSpPr/>
            <p:nvPr/>
          </p:nvGrpSpPr>
          <p:grpSpPr>
            <a:xfrm rot="10800000">
              <a:off x="21" y="34"/>
              <a:ext cx="6284036" cy="10223739"/>
              <a:chOff x="0" y="0"/>
              <a:chExt cx="660400" cy="1074430"/>
            </a:xfrm>
          </p:grpSpPr>
          <p:sp>
            <p:nvSpPr>
              <p:cNvPr id="682" name="Google Shape;682;p6"/>
              <p:cNvSpPr/>
              <p:nvPr/>
            </p:nvSpPr>
            <p:spPr>
              <a:xfrm>
                <a:off x="0" y="0"/>
                <a:ext cx="660400" cy="1074430"/>
              </a:xfrm>
              <a:custGeom>
                <a:rect b="b" l="l" r="r" t="t"/>
                <a:pathLst>
                  <a:path extrusionOk="0" h="1074430" w="66040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B89D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3" name="Google Shape;683;p6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32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4" name="Google Shape;684;p6"/>
            <p:cNvGrpSpPr/>
            <p:nvPr/>
          </p:nvGrpSpPr>
          <p:grpSpPr>
            <a:xfrm rot="10800000">
              <a:off x="420699" y="422481"/>
              <a:ext cx="5442687" cy="9265877"/>
              <a:chOff x="0" y="0"/>
              <a:chExt cx="660400" cy="1124295"/>
            </a:xfrm>
          </p:grpSpPr>
          <p:sp>
            <p:nvSpPr>
              <p:cNvPr id="685" name="Google Shape;685;p6"/>
              <p:cNvSpPr/>
              <p:nvPr/>
            </p:nvSpPr>
            <p:spPr>
              <a:xfrm>
                <a:off x="0" y="0"/>
                <a:ext cx="660400" cy="1124295"/>
              </a:xfrm>
              <a:custGeom>
                <a:rect b="b" l="l" r="r" t="t"/>
                <a:pathLst>
                  <a:path extrusionOk="0" h="1124295" w="660400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B89D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6" name="Google Shape;686;p6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32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7" name="Google Shape;687;p6"/>
            <p:cNvGrpSpPr/>
            <p:nvPr/>
          </p:nvGrpSpPr>
          <p:grpSpPr>
            <a:xfrm rot="10800000">
              <a:off x="890316" y="945575"/>
              <a:ext cx="4503400" cy="8153513"/>
              <a:chOff x="0" y="0"/>
              <a:chExt cx="660400" cy="1195670"/>
            </a:xfrm>
          </p:grpSpPr>
          <p:sp>
            <p:nvSpPr>
              <p:cNvPr id="688" name="Google Shape;688;p6"/>
              <p:cNvSpPr/>
              <p:nvPr/>
            </p:nvSpPr>
            <p:spPr>
              <a:xfrm>
                <a:off x="0" y="0"/>
                <a:ext cx="660400" cy="1195670"/>
              </a:xfrm>
              <a:custGeom>
                <a:rect b="b" l="l" r="r" t="t"/>
                <a:pathLst>
                  <a:path extrusionOk="0" h="1195670" w="66040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B89D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9" name="Google Shape;689;p6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32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0" name="Google Shape;690;p6"/>
            <p:cNvGrpSpPr/>
            <p:nvPr/>
          </p:nvGrpSpPr>
          <p:grpSpPr>
            <a:xfrm rot="10800000">
              <a:off x="1367201" y="1568078"/>
              <a:ext cx="3549650" cy="7050097"/>
              <a:chOff x="0" y="0"/>
              <a:chExt cx="660400" cy="1311646"/>
            </a:xfrm>
          </p:grpSpPr>
          <p:sp>
            <p:nvSpPr>
              <p:cNvPr id="691" name="Google Shape;691;p6"/>
              <p:cNvSpPr/>
              <p:nvPr/>
            </p:nvSpPr>
            <p:spPr>
              <a:xfrm>
                <a:off x="0" y="0"/>
                <a:ext cx="660400" cy="1311646"/>
              </a:xfrm>
              <a:custGeom>
                <a:rect b="b" l="l" r="r" t="t"/>
                <a:pathLst>
                  <a:path extrusionOk="0" h="1311646" w="660400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B89D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" name="Google Shape;692;p6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32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3" name="Google Shape;693;p6"/>
            <p:cNvGrpSpPr/>
            <p:nvPr/>
          </p:nvGrpSpPr>
          <p:grpSpPr>
            <a:xfrm rot="10800000">
              <a:off x="1767921" y="2017592"/>
              <a:ext cx="2748189" cy="6147715"/>
              <a:chOff x="0" y="0"/>
              <a:chExt cx="660400" cy="1477319"/>
            </a:xfrm>
          </p:grpSpPr>
          <p:sp>
            <p:nvSpPr>
              <p:cNvPr id="694" name="Google Shape;694;p6"/>
              <p:cNvSpPr/>
              <p:nvPr/>
            </p:nvSpPr>
            <p:spPr>
              <a:xfrm>
                <a:off x="0" y="0"/>
                <a:ext cx="660400" cy="1477319"/>
              </a:xfrm>
              <a:custGeom>
                <a:rect b="b" l="l" r="r" t="t"/>
                <a:pathLst>
                  <a:path extrusionOk="0" h="1477319" w="660400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B89D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" name="Google Shape;695;p6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32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6" name="Google Shape;696;p6"/>
            <p:cNvGrpSpPr/>
            <p:nvPr/>
          </p:nvGrpSpPr>
          <p:grpSpPr>
            <a:xfrm rot="10800000">
              <a:off x="2115777" y="2470624"/>
              <a:ext cx="2052523" cy="5284800"/>
              <a:chOff x="0" y="0"/>
              <a:chExt cx="660400" cy="1700386"/>
            </a:xfrm>
          </p:grpSpPr>
          <p:sp>
            <p:nvSpPr>
              <p:cNvPr id="697" name="Google Shape;697;p6"/>
              <p:cNvSpPr/>
              <p:nvPr/>
            </p:nvSpPr>
            <p:spPr>
              <a:xfrm>
                <a:off x="0" y="0"/>
                <a:ext cx="660400" cy="1700386"/>
              </a:xfrm>
              <a:custGeom>
                <a:rect b="b" l="l" r="r" t="t"/>
                <a:pathLst>
                  <a:path extrusionOk="0" h="1700386" w="660400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B89D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p6"/>
              <p:cNvSpPr txBox="1"/>
              <p:nvPr/>
            </p:nvSpPr>
            <p:spPr>
              <a:xfrm>
                <a:off x="0" y="0"/>
                <a:ext cx="6603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321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699" name="Google Shape;69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21350" y="2782775"/>
            <a:ext cx="9982001" cy="5897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89D40"/>
        </a:solidFill>
      </p:bgPr>
    </p:bg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4" name="Google Shape;704;p7"/>
          <p:cNvGrpSpPr/>
          <p:nvPr/>
        </p:nvGrpSpPr>
        <p:grpSpPr>
          <a:xfrm>
            <a:off x="-2780907" y="-3332311"/>
            <a:ext cx="6568144" cy="10644284"/>
            <a:chOff x="1" y="1"/>
            <a:chExt cx="8757526" cy="14192379"/>
          </a:xfrm>
        </p:grpSpPr>
        <p:grpSp>
          <p:nvGrpSpPr>
            <p:cNvPr id="705" name="Google Shape;705;p7"/>
            <p:cNvGrpSpPr/>
            <p:nvPr/>
          </p:nvGrpSpPr>
          <p:grpSpPr>
            <a:xfrm rot="-13330">
              <a:off x="27419" y="16820"/>
              <a:ext cx="8702690" cy="14158740"/>
              <a:chOff x="0" y="0"/>
              <a:chExt cx="660400" cy="1074430"/>
            </a:xfrm>
          </p:grpSpPr>
          <p:sp>
            <p:nvSpPr>
              <p:cNvPr id="706" name="Google Shape;706;p7"/>
              <p:cNvSpPr/>
              <p:nvPr/>
            </p:nvSpPr>
            <p:spPr>
              <a:xfrm>
                <a:off x="0" y="0"/>
                <a:ext cx="660400" cy="1074430"/>
              </a:xfrm>
              <a:custGeom>
                <a:rect b="b" l="l" r="r" t="t"/>
                <a:pathLst>
                  <a:path extrusionOk="0" h="1074430" w="66040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7" name="Google Shape;707;p7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8" name="Google Shape;708;p7"/>
            <p:cNvGrpSpPr/>
            <p:nvPr/>
          </p:nvGrpSpPr>
          <p:grpSpPr>
            <a:xfrm rot="-13330">
              <a:off x="609999" y="680075"/>
              <a:ext cx="7537530" cy="12832230"/>
              <a:chOff x="0" y="0"/>
              <a:chExt cx="660400" cy="1124295"/>
            </a:xfrm>
          </p:grpSpPr>
          <p:sp>
            <p:nvSpPr>
              <p:cNvPr id="709" name="Google Shape;709;p7"/>
              <p:cNvSpPr/>
              <p:nvPr/>
            </p:nvSpPr>
            <p:spPr>
              <a:xfrm>
                <a:off x="0" y="0"/>
                <a:ext cx="660400" cy="1124295"/>
              </a:xfrm>
              <a:custGeom>
                <a:rect b="b" l="l" r="r" t="t"/>
                <a:pathLst>
                  <a:path extrusionOk="0" h="1124295" w="660400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0" name="Google Shape;710;p7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1" name="Google Shape;711;p7"/>
            <p:cNvGrpSpPr/>
            <p:nvPr/>
          </p:nvGrpSpPr>
          <p:grpSpPr>
            <a:xfrm rot="-13330">
              <a:off x="1260438" y="1450388"/>
              <a:ext cx="6236652" cy="11291604"/>
              <a:chOff x="0" y="0"/>
              <a:chExt cx="660400" cy="1195670"/>
            </a:xfrm>
          </p:grpSpPr>
          <p:sp>
            <p:nvSpPr>
              <p:cNvPr id="712" name="Google Shape;712;p7"/>
              <p:cNvSpPr/>
              <p:nvPr/>
            </p:nvSpPr>
            <p:spPr>
              <a:xfrm>
                <a:off x="0" y="0"/>
                <a:ext cx="660400" cy="1195670"/>
              </a:xfrm>
              <a:custGeom>
                <a:rect b="b" l="l" r="r" t="t"/>
                <a:pathLst>
                  <a:path extrusionOk="0" h="1195670" w="66040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3" name="Google Shape;713;p7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4" name="Google Shape;714;p7"/>
            <p:cNvGrpSpPr/>
            <p:nvPr/>
          </p:nvGrpSpPr>
          <p:grpSpPr>
            <a:xfrm rot="-13330">
              <a:off x="1920840" y="2214411"/>
              <a:ext cx="4915848" cy="9763559"/>
              <a:chOff x="0" y="0"/>
              <a:chExt cx="660400" cy="1311646"/>
            </a:xfrm>
          </p:grpSpPr>
          <p:sp>
            <p:nvSpPr>
              <p:cNvPr id="715" name="Google Shape;715;p7"/>
              <p:cNvSpPr/>
              <p:nvPr/>
            </p:nvSpPr>
            <p:spPr>
              <a:xfrm>
                <a:off x="0" y="0"/>
                <a:ext cx="660400" cy="1311646"/>
              </a:xfrm>
              <a:custGeom>
                <a:rect b="b" l="l" r="r" t="t"/>
                <a:pathLst>
                  <a:path extrusionOk="0" h="1311646" w="660400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6" name="Google Shape;716;p7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7" name="Google Shape;717;p7"/>
            <p:cNvGrpSpPr/>
            <p:nvPr/>
          </p:nvGrpSpPr>
          <p:grpSpPr>
            <a:xfrm rot="-13330">
              <a:off x="2475820" y="2839294"/>
              <a:ext cx="3805887" cy="8513792"/>
              <a:chOff x="0" y="0"/>
              <a:chExt cx="660400" cy="1477319"/>
            </a:xfrm>
          </p:grpSpPr>
          <p:sp>
            <p:nvSpPr>
              <p:cNvPr id="718" name="Google Shape;718;p7"/>
              <p:cNvSpPr/>
              <p:nvPr/>
            </p:nvSpPr>
            <p:spPr>
              <a:xfrm>
                <a:off x="0" y="0"/>
                <a:ext cx="660400" cy="1477319"/>
              </a:xfrm>
              <a:custGeom>
                <a:rect b="b" l="l" r="r" t="t"/>
                <a:pathLst>
                  <a:path extrusionOk="0" h="1477319" w="660400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9" name="Google Shape;719;p7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0" name="Google Shape;720;p7"/>
            <p:cNvGrpSpPr/>
            <p:nvPr/>
          </p:nvGrpSpPr>
          <p:grpSpPr>
            <a:xfrm rot="-13330">
              <a:off x="2957497" y="3436736"/>
              <a:ext cx="2842534" cy="7318907"/>
              <a:chOff x="0" y="0"/>
              <a:chExt cx="660400" cy="1700386"/>
            </a:xfrm>
          </p:grpSpPr>
          <p:sp>
            <p:nvSpPr>
              <p:cNvPr id="721" name="Google Shape;721;p7"/>
              <p:cNvSpPr/>
              <p:nvPr/>
            </p:nvSpPr>
            <p:spPr>
              <a:xfrm>
                <a:off x="0" y="0"/>
                <a:ext cx="660400" cy="1700386"/>
              </a:xfrm>
              <a:custGeom>
                <a:rect b="b" l="l" r="r" t="t"/>
                <a:pathLst>
                  <a:path extrusionOk="0" h="1700386" w="660400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2" name="Google Shape;722;p7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3" name="Google Shape;723;p7"/>
          <p:cNvGrpSpPr/>
          <p:nvPr/>
        </p:nvGrpSpPr>
        <p:grpSpPr>
          <a:xfrm>
            <a:off x="15024491" y="6273855"/>
            <a:ext cx="6527018" cy="10619055"/>
            <a:chOff x="0" y="0"/>
            <a:chExt cx="8702690" cy="14158740"/>
          </a:xfrm>
        </p:grpSpPr>
        <p:grpSp>
          <p:nvGrpSpPr>
            <p:cNvPr id="724" name="Google Shape;724;p7"/>
            <p:cNvGrpSpPr/>
            <p:nvPr/>
          </p:nvGrpSpPr>
          <p:grpSpPr>
            <a:xfrm rot="10800000">
              <a:off x="0" y="0"/>
              <a:ext cx="8702690" cy="14158740"/>
              <a:chOff x="0" y="0"/>
              <a:chExt cx="660400" cy="1074430"/>
            </a:xfrm>
          </p:grpSpPr>
          <p:sp>
            <p:nvSpPr>
              <p:cNvPr id="725" name="Google Shape;725;p7"/>
              <p:cNvSpPr/>
              <p:nvPr/>
            </p:nvSpPr>
            <p:spPr>
              <a:xfrm>
                <a:off x="0" y="0"/>
                <a:ext cx="660400" cy="1074430"/>
              </a:xfrm>
              <a:custGeom>
                <a:rect b="b" l="l" r="r" t="t"/>
                <a:pathLst>
                  <a:path extrusionOk="0" h="1074430" w="66040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6" name="Google Shape;726;p7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7" name="Google Shape;727;p7"/>
            <p:cNvGrpSpPr/>
            <p:nvPr/>
          </p:nvGrpSpPr>
          <p:grpSpPr>
            <a:xfrm rot="10800000">
              <a:off x="582580" y="663255"/>
              <a:ext cx="7537530" cy="12832230"/>
              <a:chOff x="0" y="0"/>
              <a:chExt cx="660400" cy="1124295"/>
            </a:xfrm>
          </p:grpSpPr>
          <p:sp>
            <p:nvSpPr>
              <p:cNvPr id="728" name="Google Shape;728;p7"/>
              <p:cNvSpPr/>
              <p:nvPr/>
            </p:nvSpPr>
            <p:spPr>
              <a:xfrm>
                <a:off x="0" y="0"/>
                <a:ext cx="660400" cy="1124295"/>
              </a:xfrm>
              <a:custGeom>
                <a:rect b="b" l="l" r="r" t="t"/>
                <a:pathLst>
                  <a:path extrusionOk="0" h="1124295" w="660400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9" name="Google Shape;729;p7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0" name="Google Shape;730;p7"/>
            <p:cNvGrpSpPr/>
            <p:nvPr/>
          </p:nvGrpSpPr>
          <p:grpSpPr>
            <a:xfrm rot="10800000">
              <a:off x="1233019" y="1433568"/>
              <a:ext cx="6236652" cy="11291604"/>
              <a:chOff x="0" y="0"/>
              <a:chExt cx="660400" cy="1195670"/>
            </a:xfrm>
          </p:grpSpPr>
          <p:sp>
            <p:nvSpPr>
              <p:cNvPr id="731" name="Google Shape;731;p7"/>
              <p:cNvSpPr/>
              <p:nvPr/>
            </p:nvSpPr>
            <p:spPr>
              <a:xfrm>
                <a:off x="0" y="0"/>
                <a:ext cx="660400" cy="1195670"/>
              </a:xfrm>
              <a:custGeom>
                <a:rect b="b" l="l" r="r" t="t"/>
                <a:pathLst>
                  <a:path extrusionOk="0" h="1195670" w="66040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2" name="Google Shape;732;p7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3" name="Google Shape;733;p7"/>
            <p:cNvGrpSpPr/>
            <p:nvPr/>
          </p:nvGrpSpPr>
          <p:grpSpPr>
            <a:xfrm rot="10800000">
              <a:off x="1893421" y="2197591"/>
              <a:ext cx="4915848" cy="9763559"/>
              <a:chOff x="0" y="0"/>
              <a:chExt cx="660400" cy="1311646"/>
            </a:xfrm>
          </p:grpSpPr>
          <p:sp>
            <p:nvSpPr>
              <p:cNvPr id="734" name="Google Shape;734;p7"/>
              <p:cNvSpPr/>
              <p:nvPr/>
            </p:nvSpPr>
            <p:spPr>
              <a:xfrm>
                <a:off x="0" y="0"/>
                <a:ext cx="660400" cy="1311646"/>
              </a:xfrm>
              <a:custGeom>
                <a:rect b="b" l="l" r="r" t="t"/>
                <a:pathLst>
                  <a:path extrusionOk="0" h="1311646" w="660400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5" name="Google Shape;735;p7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6" name="Google Shape;736;p7"/>
            <p:cNvGrpSpPr/>
            <p:nvPr/>
          </p:nvGrpSpPr>
          <p:grpSpPr>
            <a:xfrm rot="10800000">
              <a:off x="2448402" y="2822474"/>
              <a:ext cx="3805887" cy="8513792"/>
              <a:chOff x="0" y="0"/>
              <a:chExt cx="660400" cy="1477319"/>
            </a:xfrm>
          </p:grpSpPr>
          <p:sp>
            <p:nvSpPr>
              <p:cNvPr id="737" name="Google Shape;737;p7"/>
              <p:cNvSpPr/>
              <p:nvPr/>
            </p:nvSpPr>
            <p:spPr>
              <a:xfrm>
                <a:off x="0" y="0"/>
                <a:ext cx="660400" cy="1477319"/>
              </a:xfrm>
              <a:custGeom>
                <a:rect b="b" l="l" r="r" t="t"/>
                <a:pathLst>
                  <a:path extrusionOk="0" h="1477319" w="660400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8" name="Google Shape;738;p7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9" name="Google Shape;739;p7"/>
            <p:cNvGrpSpPr/>
            <p:nvPr/>
          </p:nvGrpSpPr>
          <p:grpSpPr>
            <a:xfrm rot="10800000">
              <a:off x="2930078" y="3419917"/>
              <a:ext cx="2842534" cy="7318907"/>
              <a:chOff x="0" y="0"/>
              <a:chExt cx="660400" cy="1700386"/>
            </a:xfrm>
          </p:grpSpPr>
          <p:sp>
            <p:nvSpPr>
              <p:cNvPr id="740" name="Google Shape;740;p7"/>
              <p:cNvSpPr/>
              <p:nvPr/>
            </p:nvSpPr>
            <p:spPr>
              <a:xfrm>
                <a:off x="0" y="0"/>
                <a:ext cx="660400" cy="1700386"/>
              </a:xfrm>
              <a:custGeom>
                <a:rect b="b" l="l" r="r" t="t"/>
                <a:pathLst>
                  <a:path extrusionOk="0" h="1700386" w="660400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571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" name="Google Shape;741;p7"/>
              <p:cNvSpPr txBox="1"/>
              <p:nvPr/>
            </p:nvSpPr>
            <p:spPr>
              <a:xfrm>
                <a:off x="0" y="0"/>
                <a:ext cx="660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5725" lIns="95725" spcFirstLastPara="1" rIns="95725" wrap="square" tIns="95725">
                <a:noAutofit/>
              </a:bodyPr>
              <a:lstStyle/>
              <a:p>
                <a:pPr indent="0" lvl="0" marL="0" marR="0" rtl="0" algn="ctr">
                  <a:lnSpc>
                    <a:spcPct val="18305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2" name="Google Shape;742;p7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743" name="Google Shape;743;p7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44" name="Google Shape;744;p7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5" name="Google Shape;745;p7"/>
          <p:cNvGrpSpPr/>
          <p:nvPr/>
        </p:nvGrpSpPr>
        <p:grpSpPr>
          <a:xfrm>
            <a:off x="1509264" y="1566144"/>
            <a:ext cx="15312799" cy="7237795"/>
            <a:chOff x="0" y="0"/>
            <a:chExt cx="4032974" cy="1906238"/>
          </a:xfrm>
        </p:grpSpPr>
        <p:sp>
          <p:nvSpPr>
            <p:cNvPr id="746" name="Google Shape;746;p7"/>
            <p:cNvSpPr/>
            <p:nvPr/>
          </p:nvSpPr>
          <p:spPr>
            <a:xfrm>
              <a:off x="0" y="0"/>
              <a:ext cx="4032974" cy="1906238"/>
            </a:xfrm>
            <a:custGeom>
              <a:rect b="b" l="l" r="r" t="t"/>
              <a:pathLst>
                <a:path extrusionOk="0" h="1906238" w="4032974">
                  <a:moveTo>
                    <a:pt x="0" y="0"/>
                  </a:moveTo>
                  <a:lnTo>
                    <a:pt x="4032974" y="0"/>
                  </a:lnTo>
                  <a:lnTo>
                    <a:pt x="4032974" y="1906238"/>
                  </a:lnTo>
                  <a:lnTo>
                    <a:pt x="0" y="19062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57150">
              <a:solidFill>
                <a:srgbClr val="B89D4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747" name="Google Shape;747;p7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48" name="Google Shape;748;p7"/>
          <p:cNvSpPr txBox="1"/>
          <p:nvPr/>
        </p:nvSpPr>
        <p:spPr>
          <a:xfrm>
            <a:off x="7214518" y="1907012"/>
            <a:ext cx="3858964" cy="1376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b="0" i="0" lang="en-US" sz="9000" u="none" cap="none" strike="noStrik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In dept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9" name="Google Shape;74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7225" y="1919588"/>
            <a:ext cx="10423811" cy="6530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8"/>
          <p:cNvSpPr txBox="1"/>
          <p:nvPr>
            <p:ph type="title"/>
          </p:nvPr>
        </p:nvSpPr>
        <p:spPr>
          <a:xfrm>
            <a:off x="976025" y="988025"/>
            <a:ext cx="1478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Conclusion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5" name="Google Shape;755;p8"/>
          <p:cNvSpPr txBox="1"/>
          <p:nvPr/>
        </p:nvSpPr>
        <p:spPr>
          <a:xfrm>
            <a:off x="2557850" y="2860575"/>
            <a:ext cx="130107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-US" sz="3700"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i="0" lang="en-US" sz="3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here is a lot of potential in Carbon Capture – especially if we want to decrease carbon emissions!</a:t>
            </a:r>
            <a:endParaRPr i="0" sz="37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t/>
            </a:r>
            <a:endParaRPr i="0" sz="37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i="0" lang="en-US" sz="3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There are still many factors to figure out for making the most </a:t>
            </a:r>
            <a:r>
              <a:rPr b="1" i="0" lang="en-US" sz="3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efficient, cheap, durable, and absorbent</a:t>
            </a:r>
            <a:r>
              <a:rPr i="0" lang="en-US" sz="3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sorbent in carbon capture.</a:t>
            </a:r>
            <a:endParaRPr i="0" sz="37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i="0" sz="3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9"/>
          <p:cNvSpPr txBox="1"/>
          <p:nvPr>
            <p:ph type="ctrTitle"/>
          </p:nvPr>
        </p:nvSpPr>
        <p:spPr>
          <a:xfrm>
            <a:off x="3506800" y="3259225"/>
            <a:ext cx="10760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Thank you!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1" name="Google Shape;761;p9"/>
          <p:cNvSpPr txBox="1"/>
          <p:nvPr>
            <p:ph idx="1" type="subTitle"/>
          </p:nvPr>
        </p:nvSpPr>
        <p:spPr>
          <a:xfrm>
            <a:off x="3204875" y="6014450"/>
            <a:ext cx="115197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6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Many thanks to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to the Lin Lab (University at Buffalo), the Japanese Science and Technology Agency, and Ritsumeikan High School for making this possible.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ue and Gold Minimalistic Newsletter Presentation ">
  <a:themeElements>
    <a:clrScheme name="Office">
      <a:dk1>
        <a:srgbClr val="191919"/>
      </a:dk1>
      <a:lt1>
        <a:srgbClr val="FFFFFF"/>
      </a:lt1>
      <a:dk2>
        <a:srgbClr val="7DBFF8"/>
      </a:dk2>
      <a:lt2>
        <a:srgbClr val="EEECE1"/>
      </a:lt2>
      <a:accent1>
        <a:srgbClr val="7DBFF8"/>
      </a:accent1>
      <a:accent2>
        <a:srgbClr val="B89D40"/>
      </a:accent2>
      <a:accent3>
        <a:srgbClr val="666666"/>
      </a:accent3>
      <a:accent4>
        <a:srgbClr val="C0C0C0"/>
      </a:accent4>
      <a:accent5>
        <a:srgbClr val="EDECED"/>
      </a:accent5>
      <a:accent6>
        <a:srgbClr val="F4F4F4"/>
      </a:accent6>
      <a:hlink>
        <a:srgbClr val="888888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